
<file path=[Content_Types].xml><?xml version="1.0" encoding="utf-8"?>
<Types xmlns="http://schemas.openxmlformats.org/package/2006/content-types">
  <Default Extension="rels" ContentType="application/vnd.openxmlformats-package.relationships+xml"/>
  <Default Extension="xml" ContentType="application/xml"/>
  <Default Extension="fntdata" ContentType="application/x-fontdata"/>
  <Default Extension="png" ContentType="image/png"/>
  <Default Extension="jpe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1.xml" ContentType="application/vnd.openxmlformats-officedocument.theme+xml"/>
  <Override PartName="/ppt/notesMasters/notesMaster1.xml" ContentType="application/vnd.openxmlformats-officedocument.presentationml.notesMaster+xml"/>
  <Override PartName="/ppt/theme/theme2.xml" ContentType="application/vnd.openxmlformats-officedocument.theme+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tableStyles.xml" ContentType="application/vnd.openxmlformats-officedocument.presentationml.tableStyles+xml"/>
  <Override PartName="/ppt/presProps.xml" ContentType="application/vnd.openxmlformats-officedocument.presentationml.presProps+xml"/>
  <Override PartName="/ppt/viewProps.xml" ContentType="application/vnd.openxmlformats-officedocument.presentationml.viewProp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officeDocument/2006/relationships/extended-properties" Target="docProps/app.xml"/><Relationship Id="rId3" Type="http://schemas.openxmlformats.org/package/2006/relationships/metadata/core-properties" Target="docProps/core.xml"/><Relationship Id="rId4" Type="http://schemas.openxmlformats.org/officeDocument/2006/relationships/custom-properties" Target="docProps/custom.xml"/></Relationships>
</file>

<file path=ppt/presentation.xml><?xml version="1.0" encoding="utf-8"?>
<p:presentation xmlns:p="http://schemas.openxmlformats.org/presentationml/2006/main" xmlns:r="http://schemas.openxmlformats.org/officeDocument/2006/relationships" xmlns:a="http://schemas.openxmlformats.org/drawingml/2006/main" embedTrueTypeFonts="1" saveSubsetFonts="1">
  <p:sldMasterIdLst>
    <p:sldMasterId id="2147483648" r:id="rId1"/>
  </p:sldMasterIdLst>
  <p:notesMasterIdLst>
    <p:notesMasterId r:id="rId2"/>
  </p:notesMasterIdLst>
  <p:sldIdLst>
    <p:sldId id="257" r:id="rId3"/>
    <p:sldId id="258" r:id="rId4"/>
    <p:sldId id="259" r:id="rId5"/>
    <p:sldId id="260" r:id="rId6"/>
    <p:sldId id="261" r:id="rId7"/>
    <p:sldId id="262" r:id="rId8"/>
    <p:sldId id="263" r:id="rId9"/>
    <p:sldId id="264" r:id="rId10"/>
    <p:sldId id="265" r:id="rId11"/>
    <p:sldId id="266" r:id="rId12"/>
    <p:sldId id="268" r:id="rId13"/>
    <p:sldId id="269" r:id="rId14"/>
    <p:sldId id="270" r:id="rId15"/>
    <p:sldId id="271" r:id="rId16"/>
    <p:sldId id="272" r:id="rId17"/>
    <p:sldId id="273" r:id="rId18"/>
    <p:sldId id="274" r:id="rId19"/>
    <p:sldId id="275" r:id="rId20"/>
    <p:sldId id="276" r:id="rId21"/>
    <p:sldId id="277" r:id="rId22"/>
    <p:sldId id="278" r:id="rId23"/>
    <p:sldId id="279" r:id="rId24"/>
  </p:sldIdLst>
  <p:sldSz cy="10287000" cx="18288000"/>
  <p:notesSz cx="6858000" cy="9144000"/>
  <p:embeddedFontLst>
    <p:embeddedFont>
      <p:font typeface="Arial MT Pro Bold" panose="020B0802020202020204" charset="1"/>
      <p:regular r:id="rId25"/>
    </p:embeddedFont>
    <p:embeddedFont>
      <p:font typeface="Calibri (MS)" panose="020F0502020204030204" charset="1"/>
      <p:regular r:id="rId26"/>
    </p:embeddedFont>
    <p:embeddedFont>
      <p:font typeface="Calibri (MS) Bold" panose="020F0702030404030204" charset="1"/>
      <p:regular r:id="rId27"/>
    </p:embeddedFont>
    <p:embeddedFont>
      <p:font typeface="Times New Roman MT" panose="02030502070405020303" charset="1"/>
      <p:regular r:id="rId28"/>
    </p:embeddedFont>
    <p:embeddedFont>
      <p:font typeface="Amsterdam Four" panose="02000500000000000000" charset="1"/>
      <p:regular r:id="rId29"/>
    </p:embeddedFont>
  </p:embeddedFontLst>
  <p:defaultTextStyle>
    <a:defPPr>
      <a:defRPr lang="en-US"/>
    </a:defPPr>
    <a:lvl1pPr algn="l" defTabSz="914400" eaLnBrk="1" hangingPunct="1" latinLnBrk="0" marL="0" rtl="0">
      <a:defRPr sz="1800" kern="1200">
        <a:solidFill>
          <a:schemeClr val="tx1"/>
        </a:solidFill>
        <a:latin typeface="+mn-lt"/>
        <a:ea typeface="+mn-ea"/>
        <a:cs typeface="+mn-cs"/>
      </a:defRPr>
    </a:lvl1pPr>
    <a:lvl2pPr algn="l" defTabSz="914400" eaLnBrk="1" hangingPunct="1" latinLnBrk="0" marL="457200" rtl="0">
      <a:defRPr sz="1800" kern="1200">
        <a:solidFill>
          <a:schemeClr val="tx1"/>
        </a:solidFill>
        <a:latin typeface="+mn-lt"/>
        <a:ea typeface="+mn-ea"/>
        <a:cs typeface="+mn-cs"/>
      </a:defRPr>
    </a:lvl2pPr>
    <a:lvl3pPr algn="l" defTabSz="914400" eaLnBrk="1" hangingPunct="1" latinLnBrk="0" marL="914400" rtl="0">
      <a:defRPr sz="1800" kern="1200">
        <a:solidFill>
          <a:schemeClr val="tx1"/>
        </a:solidFill>
        <a:latin typeface="+mn-lt"/>
        <a:ea typeface="+mn-ea"/>
        <a:cs typeface="+mn-cs"/>
      </a:defRPr>
    </a:lvl3pPr>
    <a:lvl4pPr algn="l" defTabSz="914400" eaLnBrk="1" hangingPunct="1" latinLnBrk="0" marL="1371600" rtl="0">
      <a:defRPr sz="1800" kern="1200">
        <a:solidFill>
          <a:schemeClr val="tx1"/>
        </a:solidFill>
        <a:latin typeface="+mn-lt"/>
        <a:ea typeface="+mn-ea"/>
        <a:cs typeface="+mn-cs"/>
      </a:defRPr>
    </a:lvl4pPr>
    <a:lvl5pPr algn="l" defTabSz="914400" eaLnBrk="1" hangingPunct="1" latinLnBrk="0" marL="1828800" rtl="0">
      <a:defRPr sz="1800" kern="1200">
        <a:solidFill>
          <a:schemeClr val="tx1"/>
        </a:solidFill>
        <a:latin typeface="+mn-lt"/>
        <a:ea typeface="+mn-ea"/>
        <a:cs typeface="+mn-cs"/>
      </a:defRPr>
    </a:lvl5pPr>
    <a:lvl6pPr algn="l" defTabSz="914400" eaLnBrk="1" hangingPunct="1" latinLnBrk="0" marL="2286000" rtl="0">
      <a:defRPr sz="1800" kern="1200">
        <a:solidFill>
          <a:schemeClr val="tx1"/>
        </a:solidFill>
        <a:latin typeface="+mn-lt"/>
        <a:ea typeface="+mn-ea"/>
        <a:cs typeface="+mn-cs"/>
      </a:defRPr>
    </a:lvl6pPr>
    <a:lvl7pPr algn="l" defTabSz="914400" eaLnBrk="1" hangingPunct="1" latinLnBrk="0" marL="2743200" rtl="0">
      <a:defRPr sz="1800" kern="1200">
        <a:solidFill>
          <a:schemeClr val="tx1"/>
        </a:solidFill>
        <a:latin typeface="+mn-lt"/>
        <a:ea typeface="+mn-ea"/>
        <a:cs typeface="+mn-cs"/>
      </a:defRPr>
    </a:lvl7pPr>
    <a:lvl8pPr algn="l" defTabSz="914400" eaLnBrk="1" hangingPunct="1" latinLnBrk="0" marL="3200400" rtl="0">
      <a:defRPr sz="1800" kern="1200">
        <a:solidFill>
          <a:schemeClr val="tx1"/>
        </a:solidFill>
        <a:latin typeface="+mn-lt"/>
        <a:ea typeface="+mn-ea"/>
        <a:cs typeface="+mn-cs"/>
      </a:defRPr>
    </a:lvl8pPr>
    <a:lvl9pPr algn="l" defTabSz="914400" eaLnBrk="1" hangingPunct="1" latinLnBrk="0" marL="3657600" rtl="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xmlns:r="http://schemas.openxmlformats.org/officeDocument/2006/relationships" xmlns:a="http://schemas.openxmlformats.org/drawingml/2006/main"/>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xmlns:r="http://schemas.openxmlformats.org/officeDocument/2006/relationships" xmlns:a="http://schemas.openxmlformats.org/drawing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notesMaster" Target="notesMasters/notesMaster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 Id="rId17" Type="http://schemas.openxmlformats.org/officeDocument/2006/relationships/slide" Target="slides/slide15.xml"/><Relationship Id="rId18" Type="http://schemas.openxmlformats.org/officeDocument/2006/relationships/slide" Target="slides/slide16.xml"/><Relationship Id="rId19" Type="http://schemas.openxmlformats.org/officeDocument/2006/relationships/slide" Target="slides/slide17.xml"/><Relationship Id="rId20" Type="http://schemas.openxmlformats.org/officeDocument/2006/relationships/slide" Target="slides/slide18.xml"/><Relationship Id="rId21" Type="http://schemas.openxmlformats.org/officeDocument/2006/relationships/slide" Target="slides/slide19.xml"/><Relationship Id="rId22" Type="http://schemas.openxmlformats.org/officeDocument/2006/relationships/slide" Target="slides/slide20.xml"/><Relationship Id="rId23" Type="http://schemas.openxmlformats.org/officeDocument/2006/relationships/slide" Target="slides/slide21.xml"/><Relationship Id="rId24" Type="http://schemas.openxmlformats.org/officeDocument/2006/relationships/slide" Target="slides/slide22.xml"/><Relationship Id="rId25" Type="http://schemas.openxmlformats.org/officeDocument/2006/relationships/font" Target="fonts/font1.fntdata"/><Relationship Id="rId26" Type="http://schemas.openxmlformats.org/officeDocument/2006/relationships/font" Target="fonts/font2.fntdata"/><Relationship Id="rId27" Type="http://schemas.openxmlformats.org/officeDocument/2006/relationships/font" Target="fonts/font3.fntdata"/><Relationship Id="rId28" Type="http://schemas.openxmlformats.org/officeDocument/2006/relationships/font" Target="fonts/font4.fntdata"/><Relationship Id="rId29" Type="http://schemas.openxmlformats.org/officeDocument/2006/relationships/font" Target="fonts/font5.fntdata"/><Relationship Id="rId30" Type="http://schemas.openxmlformats.org/officeDocument/2006/relationships/tableStyles" Target="tableStyles.xml"/><Relationship Id="rId31" Type="http://schemas.openxmlformats.org/officeDocument/2006/relationships/presProps" Target="presProps.xml"/><Relationship Id="rId32" Type="http://schemas.openxmlformats.org/officeDocument/2006/relationships/viewProps" Target="viewProps.xml"/><Relationship Id="rId33" Type="http://schemas.openxmlformats.org/officeDocument/2006/relationships/theme" Target="theme/them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13" name=""/>
        <p:cNvGrpSpPr/>
        <p:nvPr/>
      </p:nvGrpSpPr>
      <p:grpSpPr>
        <a:xfrm>
          <a:off x="0" y="0"/>
          <a:ext cx="0" cy="0"/>
          <a:chOff x="0" y="0"/>
          <a:chExt cx="0" cy="0"/>
        </a:xfrm>
      </p:grpSpPr>
      <p:sp>
        <p:nvSpPr>
          <p:cNvPr id="1048812" name="Header Placeholder 1"/>
          <p:cNvSpPr>
            <a:spLocks noGrp="1"/>
          </p:cNvSpPr>
          <p:nvPr>
            <p:ph type="hdr" sz="quarter"/>
          </p:nvPr>
        </p:nvSpPr>
        <p:spPr>
          <a:xfrm>
            <a:off x="0" y="0"/>
            <a:ext cx="3962400" cy="342900"/>
          </a:xfrm>
          <a:prstGeom prst="rect"/>
        </p:spPr>
        <p:txBody>
          <a:bodyPr bIns="45720" lIns="91440" rIns="91440" rtlCol="0" tIns="45720" vert="horz"/>
          <a:lstStyle>
            <a:lvl1pPr algn="l">
              <a:defRPr sz="1200"/>
            </a:lvl1pPr>
          </a:lstStyle>
          <a:p>
            <a:endParaRPr lang="cs-CZ"/>
          </a:p>
        </p:txBody>
      </p:sp>
      <p:sp>
        <p:nvSpPr>
          <p:cNvPr id="1048813" name="Date Placeholder 2"/>
          <p:cNvSpPr>
            <a:spLocks noGrp="1"/>
          </p:cNvSpPr>
          <p:nvPr>
            <p:ph type="dt" idx="1"/>
          </p:nvPr>
        </p:nvSpPr>
        <p:spPr>
          <a:xfrm>
            <a:off x="5180013" y="0"/>
            <a:ext cx="3962400" cy="342900"/>
          </a:xfrm>
          <a:prstGeom prst="rect"/>
        </p:spPr>
        <p:txBody>
          <a:bodyPr bIns="45720" lIns="91440" rIns="91440" rtlCol="0" tIns="45720" vert="horz"/>
          <a:lstStyle>
            <a:lvl1pPr algn="r">
              <a:defRPr sz="1200"/>
            </a:lvl1pPr>
          </a:lstStyle>
          <a:p>
            <a:fld id="{B7268E1E-0E44-426D-905E-8AD9B19D2182}" type="datetimeFigureOut">
              <a:rPr lang="cs-CZ" smtClean="0"/>
              <a:t>1.7.2013</a:t>
            </a:fld>
            <a:endParaRPr lang="cs-CZ"/>
          </a:p>
        </p:txBody>
      </p:sp>
      <p:sp>
        <p:nvSpPr>
          <p:cNvPr id="1048814" name="Slide Image Placeholder 3"/>
          <p:cNvSpPr>
            <a:spLocks noChangeAspect="1" noRot="1" noGrp="1"/>
          </p:cNvSpPr>
          <p:nvPr>
            <p:ph type="sldImg" idx="2"/>
          </p:nvPr>
        </p:nvSpPr>
        <p:spPr>
          <a:xfrm>
            <a:off x="2857500" y="512763"/>
            <a:ext cx="3429000" cy="2566987"/>
          </a:xfrm>
          <a:prstGeom prst="rect"/>
          <a:noFill/>
          <a:ln w="12700">
            <a:solidFill>
              <a:prstClr val="black"/>
            </a:solidFill>
          </a:ln>
        </p:spPr>
        <p:txBody>
          <a:bodyPr anchor="ctr" bIns="45720" lIns="91440" rIns="91440" rtlCol="0" tIns="45720" vert="horz"/>
          <a:p>
            <a:endParaRPr lang="cs-CZ"/>
          </a:p>
        </p:txBody>
      </p:sp>
      <p:sp>
        <p:nvSpPr>
          <p:cNvPr id="1048815" name="Notes Placeholder 4"/>
          <p:cNvSpPr>
            <a:spLocks noGrp="1"/>
          </p:cNvSpPr>
          <p:nvPr>
            <p:ph type="body" sz="quarter" idx="3"/>
          </p:nvPr>
        </p:nvSpPr>
        <p:spPr>
          <a:xfrm>
            <a:off x="914400" y="3251200"/>
            <a:ext cx="7315200" cy="3081338"/>
          </a:xfrm>
          <a:prstGeom prst="rect"/>
        </p:spPr>
        <p:txBody>
          <a:bodyPr bIns="45720" lIns="91440" rIns="91440" rtlCol="0" tIns="45720" vert="horz"/>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1048816" name="Footer Placeholder 5"/>
          <p:cNvSpPr>
            <a:spLocks noGrp="1"/>
          </p:cNvSpPr>
          <p:nvPr>
            <p:ph type="ftr" sz="quarter" idx="4"/>
          </p:nvPr>
        </p:nvSpPr>
        <p:spPr>
          <a:xfrm>
            <a:off x="0" y="6502400"/>
            <a:ext cx="3962400" cy="341313"/>
          </a:xfrm>
          <a:prstGeom prst="rect"/>
        </p:spPr>
        <p:txBody>
          <a:bodyPr anchor="b" bIns="45720" lIns="91440" rIns="91440" rtlCol="0" tIns="45720" vert="horz"/>
          <a:lstStyle>
            <a:lvl1pPr algn="l">
              <a:defRPr sz="1200"/>
            </a:lvl1pPr>
          </a:lstStyle>
          <a:p>
            <a:endParaRPr lang="cs-CZ"/>
          </a:p>
        </p:txBody>
      </p:sp>
      <p:sp>
        <p:nvSpPr>
          <p:cNvPr id="1048817" name="Slide Number Placeholder 6"/>
          <p:cNvSpPr>
            <a:spLocks noGrp="1"/>
          </p:cNvSpPr>
          <p:nvPr>
            <p:ph type="sldNum" sz="quarter" idx="5"/>
          </p:nvPr>
        </p:nvSpPr>
        <p:spPr>
          <a:xfrm>
            <a:off x="5180013" y="6502400"/>
            <a:ext cx="3962400" cy="341313"/>
          </a:xfrm>
          <a:prstGeom prst="rect"/>
        </p:spPr>
        <p:txBody>
          <a:bodyPr anchor="b" bIns="45720" lIns="91440" rIns="91440" rtlCol="0" tIns="45720" vert="horz"/>
          <a:lstStyle>
            <a:lvl1pPr algn="r">
              <a:defRPr sz="1200"/>
            </a:lvl1pPr>
          </a:lstStyle>
          <a:p>
            <a:fld id="{871B2431-D351-4C6E-A3CF-9DFAC0E3E050}" type="slidenum">
              <a:rPr lang="cs-CZ" smtClean="0"/>
              <a:t>‹#›</a:t>
            </a:fld>
            <a:endParaRPr lang="cs-CZ"/>
          </a:p>
        </p:txBody>
      </p:sp>
    </p:spTree>
  </p:cSld>
  <p:clrMap accent1="accent1" accent2="accent2" accent3="accent3" accent4="accent4" accent5="accent5" accent6="accent6" bg1="lt1" bg2="lt2" tx1="dk1" tx2="dk2" hlink="hlink" folHlink="folHlink"/>
  <p:notesStyle>
    <a:lvl1pPr algn="l" defTabSz="914400" eaLnBrk="1" hangingPunct="1" latinLnBrk="0" marL="0" rtl="0">
      <a:defRPr sz="1200" kern="1200">
        <a:solidFill>
          <a:schemeClr val="tx1"/>
        </a:solidFill>
        <a:latin typeface="+mn-lt"/>
        <a:ea typeface="+mn-ea"/>
        <a:cs typeface="+mn-cs"/>
      </a:defRPr>
    </a:lvl1pPr>
    <a:lvl2pPr algn="l" defTabSz="914400" eaLnBrk="1" hangingPunct="1" latinLnBrk="0" marL="457200" rtl="0">
      <a:defRPr sz="1200" kern="1200">
        <a:solidFill>
          <a:schemeClr val="tx1"/>
        </a:solidFill>
        <a:latin typeface="+mn-lt"/>
        <a:ea typeface="+mn-ea"/>
        <a:cs typeface="+mn-cs"/>
      </a:defRPr>
    </a:lvl2pPr>
    <a:lvl3pPr algn="l" defTabSz="914400" eaLnBrk="1" hangingPunct="1" latinLnBrk="0" marL="914400" rtl="0">
      <a:defRPr sz="1200" kern="1200">
        <a:solidFill>
          <a:schemeClr val="tx1"/>
        </a:solidFill>
        <a:latin typeface="+mn-lt"/>
        <a:ea typeface="+mn-ea"/>
        <a:cs typeface="+mn-cs"/>
      </a:defRPr>
    </a:lvl3pPr>
    <a:lvl4pPr algn="l" defTabSz="914400" eaLnBrk="1" hangingPunct="1" latinLnBrk="0" marL="1371600" rtl="0">
      <a:defRPr sz="1200" kern="1200">
        <a:solidFill>
          <a:schemeClr val="tx1"/>
        </a:solidFill>
        <a:latin typeface="+mn-lt"/>
        <a:ea typeface="+mn-ea"/>
        <a:cs typeface="+mn-cs"/>
      </a:defRPr>
    </a:lvl4pPr>
    <a:lvl5pPr algn="l" defTabSz="914400" eaLnBrk="1" hangingPunct="1" latinLnBrk="0" marL="1828800" rtl="0">
      <a:defRPr sz="1200" kern="1200">
        <a:solidFill>
          <a:schemeClr val="tx1"/>
        </a:solidFill>
        <a:latin typeface="+mn-lt"/>
        <a:ea typeface="+mn-ea"/>
        <a:cs typeface="+mn-cs"/>
      </a:defRPr>
    </a:lvl5pPr>
    <a:lvl6pPr algn="l" defTabSz="914400" eaLnBrk="1" hangingPunct="1" latinLnBrk="0" marL="2286000" rtl="0">
      <a:defRPr sz="1200" kern="1200">
        <a:solidFill>
          <a:schemeClr val="tx1"/>
        </a:solidFill>
        <a:latin typeface="+mn-lt"/>
        <a:ea typeface="+mn-ea"/>
        <a:cs typeface="+mn-cs"/>
      </a:defRPr>
    </a:lvl6pPr>
    <a:lvl7pPr algn="l" defTabSz="914400" eaLnBrk="1" hangingPunct="1" latinLnBrk="0" marL="2743200" rtl="0">
      <a:defRPr sz="1200" kern="1200">
        <a:solidFill>
          <a:schemeClr val="tx1"/>
        </a:solidFill>
        <a:latin typeface="+mn-lt"/>
        <a:ea typeface="+mn-ea"/>
        <a:cs typeface="+mn-cs"/>
      </a:defRPr>
    </a:lvl7pPr>
    <a:lvl8pPr algn="l" defTabSz="914400" eaLnBrk="1" hangingPunct="1" latinLnBrk="0" marL="3200400" rtl="0">
      <a:defRPr sz="1200" kern="1200">
        <a:solidFill>
          <a:schemeClr val="tx1"/>
        </a:solidFill>
        <a:latin typeface="+mn-lt"/>
        <a:ea typeface="+mn-ea"/>
        <a:cs typeface="+mn-cs"/>
      </a:defRPr>
    </a:lvl8pPr>
    <a:lvl9pPr algn="l" defTabSz="914400" eaLnBrk="1" hangingPunct="1" latinLnBrk="0" marL="3657600" rtl="0">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30" name=""/>
        <p:cNvGrpSpPr/>
        <p:nvPr/>
      </p:nvGrpSpPr>
      <p:grpSpPr>
        <a:xfrm>
          <a:off x="0" y="0"/>
          <a:ext cx="0" cy="0"/>
          <a:chOff x="0" y="0"/>
          <a:chExt cx="0" cy="0"/>
        </a:xfrm>
      </p:grpSpPr>
      <p:sp>
        <p:nvSpPr>
          <p:cNvPr id="1048593" name="Header Placeholder 1"/>
          <p:cNvSpPr>
            <a:spLocks noGrp="1"/>
          </p:cNvSpPr>
          <p:nvPr>
            <p:ph type="hdr" sz="quarter"/>
          </p:nvPr>
        </p:nvSpPr>
        <p:spPr>
          <a:xfrm>
            <a:off x="0" y="0"/>
            <a:ext cx="3962400" cy="342900"/>
          </a:xfrm>
          <a:prstGeom prst="rect"/>
        </p:spPr>
        <p:txBody>
          <a:bodyPr bIns="45720" lIns="91440" rIns="91440" rtlCol="0" tIns="45720" vert="horz"/>
          <a:lstStyle>
            <a:lvl1pPr algn="l">
              <a:defRPr sz="1200"/>
            </a:lvl1pPr>
          </a:lstStyle>
          <a:p/>
        </p:txBody>
      </p:sp>
      <p:sp>
        <p:nvSpPr>
          <p:cNvPr id="1048594" name="Date Placeholder 2"/>
          <p:cNvSpPr>
            <a:spLocks noGrp="1"/>
          </p:cNvSpPr>
          <p:nvPr>
            <p:ph type="dt" idx="1"/>
          </p:nvPr>
        </p:nvSpPr>
        <p:spPr>
          <a:xfrm>
            <a:off x="5180013" y="0"/>
            <a:ext cx="3962400" cy="342900"/>
          </a:xfrm>
          <a:prstGeom prst="rect"/>
        </p:spPr>
        <p:txBody>
          <a:bodyPr bIns="45720" lIns="91440" rIns="91440" rtlCol="0" tIns="45720" vert="horz"/>
          <a:lstStyle>
            <a:lvl1pPr algn="r">
              <a:defRPr sz="1200"/>
            </a:lvl1pPr>
          </a:lstStyle>
          <a:p>
            <a:r>
              <a:rPr lang="cs-CZ" smtClean="0"/>
              <a:t>1.7.2013</a:t>
            </a:r>
          </a:p>
        </p:txBody>
      </p:sp>
      <p:sp>
        <p:nvSpPr>
          <p:cNvPr id="1048595" name="Slide Image Placeholder 3"/>
          <p:cNvSpPr>
            <a:spLocks noChangeAspect="1" noRot="1" noGrp="1"/>
          </p:cNvSpPr>
          <p:nvPr>
            <p:ph type="sldImg" idx="2"/>
          </p:nvPr>
        </p:nvSpPr>
        <p:spPr>
          <a:xfrm>
            <a:off x="2857500" y="512763"/>
            <a:ext cx="3429000" cy="2566987"/>
          </a:xfrm>
          <a:prstGeom prst="rect"/>
          <a:noFill/>
          <a:ln w="12700">
            <a:solidFill>
              <a:prstClr val="black"/>
            </a:solidFill>
          </a:ln>
        </p:spPr>
        <p:txBody>
          <a:bodyPr anchor="ctr" bIns="45720" lIns="91440" rIns="91440" rtlCol="0" tIns="45720" vert="horz"/>
          <a:p/>
        </p:txBody>
      </p:sp>
      <p:sp>
        <p:nvSpPr>
          <p:cNvPr id="1048596" name="Notes Placeholder 4"/>
          <p:cNvSpPr>
            <a:spLocks noGrp="1"/>
          </p:cNvSpPr>
          <p:nvPr>
            <p:ph type="body" sz="quarter" idx="3"/>
          </p:nvPr>
        </p:nvSpPr>
        <p:spPr>
          <a:xfrm>
            <a:off x="914400" y="3251200"/>
            <a:ext cx="7315200" cy="3081338"/>
          </a:xfrm>
          <a:prstGeom prst="rect"/>
        </p:spPr>
        <p:txBody>
          <a:bodyPr bIns="45720" lIns="91440" rIns="91440" rtlCol="0" tIns="45720" vert="horz"/>
          <a:p>
            <a:r>
              <a:rPr lang="en-US"/>
              <a:t>1</a:t>
            </a:r>
            <a:endParaRPr lang="en-US" smtClean="0"/>
          </a:p>
        </p:txBody>
      </p:sp>
      <p:sp>
        <p:nvSpPr>
          <p:cNvPr id="1048597" name="Footer Placeholder 5"/>
          <p:cNvSpPr>
            <a:spLocks noGrp="1"/>
          </p:cNvSpPr>
          <p:nvPr>
            <p:ph type="ftr" sz="quarter" idx="4"/>
          </p:nvPr>
        </p:nvSpPr>
        <p:spPr>
          <a:xfrm>
            <a:off x="0" y="6502400"/>
            <a:ext cx="3962400" cy="341313"/>
          </a:xfrm>
          <a:prstGeom prst="rect"/>
        </p:spPr>
        <p:txBody>
          <a:bodyPr anchor="b" bIns="45720" lIns="91440" rIns="91440" rtlCol="0" tIns="45720" vert="horz"/>
          <a:lstStyle>
            <a:lvl1pPr algn="l">
              <a:defRPr sz="1200"/>
            </a:lvl1pPr>
          </a:lstStyle>
          <a:p/>
        </p:txBody>
      </p:sp>
      <p:sp>
        <p:nvSpPr>
          <p:cNvPr id="1048598" name="Slide Number Placeholder 6"/>
          <p:cNvSpPr>
            <a:spLocks noGrp="1"/>
          </p:cNvSpPr>
          <p:nvPr>
            <p:ph type="sldNum" sz="quarter" idx="5"/>
          </p:nvPr>
        </p:nvSpPr>
        <p:spPr>
          <a:xfrm>
            <a:off x="5180013" y="6502400"/>
            <a:ext cx="3962400" cy="341313"/>
          </a:xfrm>
          <a:prstGeom prst="rect"/>
        </p:spPr>
        <p:txBody>
          <a:bodyPr anchor="b" bIns="45720" lIns="91440" rIns="91440" rtlCol="0" tIns="45720" vert="horz"/>
          <a:lstStyle>
            <a:lvl1pPr algn="r">
              <a:defRPr sz="1200"/>
            </a:lvl1pPr>
          </a:lstStyle>
          <a:p>
            <a:r>
              <a:rPr lang="cs-CZ" smtClean="0"/>
              <a: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49" name=""/>
        <p:cNvGrpSpPr/>
        <p:nvPr/>
      </p:nvGrpSpPr>
      <p:grpSpPr>
        <a:xfrm>
          <a:off x="0" y="0"/>
          <a:ext cx="0" cy="0"/>
          <a:chOff x="0" y="0"/>
          <a:chExt cx="0" cy="0"/>
        </a:xfrm>
      </p:grpSpPr>
      <p:sp>
        <p:nvSpPr>
          <p:cNvPr id="1048610" name="Header Placeholder 1"/>
          <p:cNvSpPr>
            <a:spLocks noGrp="1"/>
          </p:cNvSpPr>
          <p:nvPr>
            <p:ph type="hdr" sz="quarter"/>
          </p:nvPr>
        </p:nvSpPr>
        <p:spPr>
          <a:xfrm>
            <a:off x="0" y="0"/>
            <a:ext cx="3962400" cy="342900"/>
          </a:xfrm>
          <a:prstGeom prst="rect"/>
        </p:spPr>
        <p:txBody>
          <a:bodyPr bIns="45720" lIns="91440" rIns="91440" rtlCol="0" tIns="45720" vert="horz"/>
          <a:lstStyle>
            <a:lvl1pPr algn="l">
              <a:defRPr sz="1200"/>
            </a:lvl1pPr>
          </a:lstStyle>
          <a:p/>
        </p:txBody>
      </p:sp>
      <p:sp>
        <p:nvSpPr>
          <p:cNvPr id="1048611" name="Date Placeholder 2"/>
          <p:cNvSpPr>
            <a:spLocks noGrp="1"/>
          </p:cNvSpPr>
          <p:nvPr>
            <p:ph type="dt" idx="1"/>
          </p:nvPr>
        </p:nvSpPr>
        <p:spPr>
          <a:xfrm>
            <a:off x="5180013" y="0"/>
            <a:ext cx="3962400" cy="342900"/>
          </a:xfrm>
          <a:prstGeom prst="rect"/>
        </p:spPr>
        <p:txBody>
          <a:bodyPr bIns="45720" lIns="91440" rIns="91440" rtlCol="0" tIns="45720" vert="horz"/>
          <a:lstStyle>
            <a:lvl1pPr algn="r">
              <a:defRPr sz="1200"/>
            </a:lvl1pPr>
          </a:lstStyle>
          <a:p>
            <a:r>
              <a:rPr lang="cs-CZ" smtClean="0"/>
              <a:t>1.7.2013</a:t>
            </a:r>
          </a:p>
        </p:txBody>
      </p:sp>
      <p:sp>
        <p:nvSpPr>
          <p:cNvPr id="1048612" name="Slide Image Placeholder 3"/>
          <p:cNvSpPr>
            <a:spLocks noChangeAspect="1" noRot="1" noGrp="1"/>
          </p:cNvSpPr>
          <p:nvPr>
            <p:ph type="sldImg" idx="2"/>
          </p:nvPr>
        </p:nvSpPr>
        <p:spPr>
          <a:xfrm>
            <a:off x="2857500" y="512763"/>
            <a:ext cx="3429000" cy="2566987"/>
          </a:xfrm>
          <a:prstGeom prst="rect"/>
          <a:noFill/>
          <a:ln w="12700">
            <a:solidFill>
              <a:prstClr val="black"/>
            </a:solidFill>
          </a:ln>
        </p:spPr>
        <p:txBody>
          <a:bodyPr anchor="ctr" bIns="45720" lIns="91440" rIns="91440" rtlCol="0" tIns="45720" vert="horz"/>
          <a:p/>
        </p:txBody>
      </p:sp>
      <p:sp>
        <p:nvSpPr>
          <p:cNvPr id="1048613" name="Notes Placeholder 4"/>
          <p:cNvSpPr>
            <a:spLocks noGrp="1"/>
          </p:cNvSpPr>
          <p:nvPr>
            <p:ph type="body" sz="quarter" idx="3"/>
          </p:nvPr>
        </p:nvSpPr>
        <p:spPr>
          <a:xfrm>
            <a:off x="914400" y="3251200"/>
            <a:ext cx="7315200" cy="3081338"/>
          </a:xfrm>
          <a:prstGeom prst="rect"/>
        </p:spPr>
        <p:txBody>
          <a:bodyPr bIns="45720" lIns="91440" rIns="91440" rtlCol="0" tIns="45720" vert="horz"/>
          <a:p>
            <a:r>
              <a:rPr lang="en-US"/>
              <a:t>2</a:t>
            </a:r>
            <a:endParaRPr lang="en-US" smtClean="0"/>
          </a:p>
        </p:txBody>
      </p:sp>
      <p:sp>
        <p:nvSpPr>
          <p:cNvPr id="1048614" name="Footer Placeholder 5"/>
          <p:cNvSpPr>
            <a:spLocks noGrp="1"/>
          </p:cNvSpPr>
          <p:nvPr>
            <p:ph type="ftr" sz="quarter" idx="4"/>
          </p:nvPr>
        </p:nvSpPr>
        <p:spPr>
          <a:xfrm>
            <a:off x="0" y="6502400"/>
            <a:ext cx="3962400" cy="341313"/>
          </a:xfrm>
          <a:prstGeom prst="rect"/>
        </p:spPr>
        <p:txBody>
          <a:bodyPr anchor="b" bIns="45720" lIns="91440" rIns="91440" rtlCol="0" tIns="45720" vert="horz"/>
          <a:lstStyle>
            <a:lvl1pPr algn="l">
              <a:defRPr sz="1200"/>
            </a:lvl1pPr>
          </a:lstStyle>
          <a:p/>
        </p:txBody>
      </p:sp>
      <p:sp>
        <p:nvSpPr>
          <p:cNvPr id="1048615" name="Slide Number Placeholder 6"/>
          <p:cNvSpPr>
            <a:spLocks noGrp="1"/>
          </p:cNvSpPr>
          <p:nvPr>
            <p:ph type="sldNum" sz="quarter" idx="5"/>
          </p:nvPr>
        </p:nvSpPr>
        <p:spPr>
          <a:xfrm>
            <a:off x="5180013" y="6502400"/>
            <a:ext cx="3962400" cy="341313"/>
          </a:xfrm>
          <a:prstGeom prst="rect"/>
        </p:spPr>
        <p:txBody>
          <a:bodyPr anchor="b" bIns="45720" lIns="91440" rIns="91440" rtlCol="0" tIns="45720" vert="horz"/>
          <a:lstStyle>
            <a:lvl1pPr algn="r">
              <a:defRPr sz="1200"/>
            </a:lvl1pPr>
          </a:lstStyle>
          <a:p>
            <a:r>
              <a:rPr lang="cs-CZ" smtClean="0"/>
              <a: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54" name=""/>
        <p:cNvGrpSpPr/>
        <p:nvPr/>
      </p:nvGrpSpPr>
      <p:grpSpPr>
        <a:xfrm>
          <a:off x="0" y="0"/>
          <a:ext cx="0" cy="0"/>
          <a:chOff x="0" y="0"/>
          <a:chExt cx="0" cy="0"/>
        </a:xfrm>
      </p:grpSpPr>
      <p:sp>
        <p:nvSpPr>
          <p:cNvPr id="1048623" name="Header Placeholder 1"/>
          <p:cNvSpPr>
            <a:spLocks noGrp="1"/>
          </p:cNvSpPr>
          <p:nvPr>
            <p:ph type="hdr" sz="quarter"/>
          </p:nvPr>
        </p:nvSpPr>
        <p:spPr>
          <a:xfrm>
            <a:off x="0" y="0"/>
            <a:ext cx="3962400" cy="342900"/>
          </a:xfrm>
          <a:prstGeom prst="rect"/>
        </p:spPr>
        <p:txBody>
          <a:bodyPr bIns="45720" lIns="91440" rIns="91440" rtlCol="0" tIns="45720" vert="horz"/>
          <a:lstStyle>
            <a:lvl1pPr algn="l">
              <a:defRPr sz="1200"/>
            </a:lvl1pPr>
          </a:lstStyle>
          <a:p/>
        </p:txBody>
      </p:sp>
      <p:sp>
        <p:nvSpPr>
          <p:cNvPr id="1048624" name="Date Placeholder 2"/>
          <p:cNvSpPr>
            <a:spLocks noGrp="1"/>
          </p:cNvSpPr>
          <p:nvPr>
            <p:ph type="dt" idx="1"/>
          </p:nvPr>
        </p:nvSpPr>
        <p:spPr>
          <a:xfrm>
            <a:off x="5180013" y="0"/>
            <a:ext cx="3962400" cy="342900"/>
          </a:xfrm>
          <a:prstGeom prst="rect"/>
        </p:spPr>
        <p:txBody>
          <a:bodyPr bIns="45720" lIns="91440" rIns="91440" rtlCol="0" tIns="45720" vert="horz"/>
          <a:lstStyle>
            <a:lvl1pPr algn="r">
              <a:defRPr sz="1200"/>
            </a:lvl1pPr>
          </a:lstStyle>
          <a:p>
            <a:r>
              <a:rPr lang="cs-CZ" smtClean="0"/>
              <a:t>1.7.2013</a:t>
            </a:r>
          </a:p>
        </p:txBody>
      </p:sp>
      <p:sp>
        <p:nvSpPr>
          <p:cNvPr id="1048625" name="Slide Image Placeholder 3"/>
          <p:cNvSpPr>
            <a:spLocks noChangeAspect="1" noRot="1" noGrp="1"/>
          </p:cNvSpPr>
          <p:nvPr>
            <p:ph type="sldImg" idx="2"/>
          </p:nvPr>
        </p:nvSpPr>
        <p:spPr>
          <a:xfrm>
            <a:off x="2857500" y="512763"/>
            <a:ext cx="3429000" cy="2566987"/>
          </a:xfrm>
          <a:prstGeom prst="rect"/>
          <a:noFill/>
          <a:ln w="12700">
            <a:solidFill>
              <a:prstClr val="black"/>
            </a:solidFill>
          </a:ln>
        </p:spPr>
        <p:txBody>
          <a:bodyPr anchor="ctr" bIns="45720" lIns="91440" rIns="91440" rtlCol="0" tIns="45720" vert="horz"/>
          <a:p/>
        </p:txBody>
      </p:sp>
      <p:sp>
        <p:nvSpPr>
          <p:cNvPr id="1048626" name="Notes Placeholder 4"/>
          <p:cNvSpPr>
            <a:spLocks noGrp="1"/>
          </p:cNvSpPr>
          <p:nvPr>
            <p:ph type="body" sz="quarter" idx="3"/>
          </p:nvPr>
        </p:nvSpPr>
        <p:spPr>
          <a:xfrm>
            <a:off x="914400" y="3251200"/>
            <a:ext cx="7315200" cy="3081338"/>
          </a:xfrm>
          <a:prstGeom prst="rect"/>
        </p:spPr>
        <p:txBody>
          <a:bodyPr bIns="45720" lIns="91440" rIns="91440" rtlCol="0" tIns="45720" vert="horz"/>
          <a:p>
            <a:r>
              <a:rPr lang="en-US"/>
              <a:t>3</a:t>
            </a:r>
            <a:endParaRPr lang="en-US" smtClean="0"/>
          </a:p>
        </p:txBody>
      </p:sp>
      <p:sp>
        <p:nvSpPr>
          <p:cNvPr id="1048627" name="Footer Placeholder 5"/>
          <p:cNvSpPr>
            <a:spLocks noGrp="1"/>
          </p:cNvSpPr>
          <p:nvPr>
            <p:ph type="ftr" sz="quarter" idx="4"/>
          </p:nvPr>
        </p:nvSpPr>
        <p:spPr>
          <a:xfrm>
            <a:off x="0" y="6502400"/>
            <a:ext cx="3962400" cy="341313"/>
          </a:xfrm>
          <a:prstGeom prst="rect"/>
        </p:spPr>
        <p:txBody>
          <a:bodyPr anchor="b" bIns="45720" lIns="91440" rIns="91440" rtlCol="0" tIns="45720" vert="horz"/>
          <a:lstStyle>
            <a:lvl1pPr algn="l">
              <a:defRPr sz="1200"/>
            </a:lvl1pPr>
          </a:lstStyle>
          <a:p/>
        </p:txBody>
      </p:sp>
      <p:sp>
        <p:nvSpPr>
          <p:cNvPr id="1048628" name="Slide Number Placeholder 6"/>
          <p:cNvSpPr>
            <a:spLocks noGrp="1"/>
          </p:cNvSpPr>
          <p:nvPr>
            <p:ph type="sldNum" sz="quarter" idx="5"/>
          </p:nvPr>
        </p:nvSpPr>
        <p:spPr>
          <a:xfrm>
            <a:off x="5180013" y="6502400"/>
            <a:ext cx="3962400" cy="341313"/>
          </a:xfrm>
          <a:prstGeom prst="rect"/>
        </p:spPr>
        <p:txBody>
          <a:bodyPr anchor="b" bIns="45720" lIns="91440" rIns="91440" rtlCol="0" tIns="45720" vert="horz"/>
          <a:lstStyle>
            <a:lvl1pPr algn="r">
              <a:defRPr sz="1200"/>
            </a:lvl1pPr>
          </a:lstStyle>
          <a:p>
            <a:r>
              <a:rPr lang="cs-CZ" smtClean="0"/>
              <a: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59" name=""/>
        <p:cNvGrpSpPr/>
        <p:nvPr/>
      </p:nvGrpSpPr>
      <p:grpSpPr>
        <a:xfrm>
          <a:off x="0" y="0"/>
          <a:ext cx="0" cy="0"/>
          <a:chOff x="0" y="0"/>
          <a:chExt cx="0" cy="0"/>
        </a:xfrm>
      </p:grpSpPr>
      <p:sp>
        <p:nvSpPr>
          <p:cNvPr id="1048636" name="Header Placeholder 1"/>
          <p:cNvSpPr>
            <a:spLocks noGrp="1"/>
          </p:cNvSpPr>
          <p:nvPr>
            <p:ph type="hdr" sz="quarter"/>
          </p:nvPr>
        </p:nvSpPr>
        <p:spPr>
          <a:xfrm>
            <a:off x="0" y="0"/>
            <a:ext cx="3962400" cy="342900"/>
          </a:xfrm>
          <a:prstGeom prst="rect"/>
        </p:spPr>
        <p:txBody>
          <a:bodyPr bIns="45720" lIns="91440" rIns="91440" rtlCol="0" tIns="45720" vert="horz"/>
          <a:lstStyle>
            <a:lvl1pPr algn="l">
              <a:defRPr sz="1200"/>
            </a:lvl1pPr>
          </a:lstStyle>
          <a:p/>
        </p:txBody>
      </p:sp>
      <p:sp>
        <p:nvSpPr>
          <p:cNvPr id="1048637" name="Date Placeholder 2"/>
          <p:cNvSpPr>
            <a:spLocks noGrp="1"/>
          </p:cNvSpPr>
          <p:nvPr>
            <p:ph type="dt" idx="1"/>
          </p:nvPr>
        </p:nvSpPr>
        <p:spPr>
          <a:xfrm>
            <a:off x="5180013" y="0"/>
            <a:ext cx="3962400" cy="342900"/>
          </a:xfrm>
          <a:prstGeom prst="rect"/>
        </p:spPr>
        <p:txBody>
          <a:bodyPr bIns="45720" lIns="91440" rIns="91440" rtlCol="0" tIns="45720" vert="horz"/>
          <a:lstStyle>
            <a:lvl1pPr algn="r">
              <a:defRPr sz="1200"/>
            </a:lvl1pPr>
          </a:lstStyle>
          <a:p>
            <a:r>
              <a:rPr lang="cs-CZ" smtClean="0"/>
              <a:t>1.7.2013</a:t>
            </a:r>
          </a:p>
        </p:txBody>
      </p:sp>
      <p:sp>
        <p:nvSpPr>
          <p:cNvPr id="1048638" name="Slide Image Placeholder 3"/>
          <p:cNvSpPr>
            <a:spLocks noChangeAspect="1" noRot="1" noGrp="1"/>
          </p:cNvSpPr>
          <p:nvPr>
            <p:ph type="sldImg" idx="2"/>
          </p:nvPr>
        </p:nvSpPr>
        <p:spPr>
          <a:xfrm>
            <a:off x="2857500" y="512763"/>
            <a:ext cx="3429000" cy="2566987"/>
          </a:xfrm>
          <a:prstGeom prst="rect"/>
          <a:noFill/>
          <a:ln w="12700">
            <a:solidFill>
              <a:prstClr val="black"/>
            </a:solidFill>
          </a:ln>
        </p:spPr>
        <p:txBody>
          <a:bodyPr anchor="ctr" bIns="45720" lIns="91440" rIns="91440" rtlCol="0" tIns="45720" vert="horz"/>
          <a:p/>
        </p:txBody>
      </p:sp>
      <p:sp>
        <p:nvSpPr>
          <p:cNvPr id="1048639" name="Notes Placeholder 4"/>
          <p:cNvSpPr>
            <a:spLocks noGrp="1"/>
          </p:cNvSpPr>
          <p:nvPr>
            <p:ph type="body" sz="quarter" idx="3"/>
          </p:nvPr>
        </p:nvSpPr>
        <p:spPr>
          <a:xfrm>
            <a:off x="914400" y="3251200"/>
            <a:ext cx="7315200" cy="3081338"/>
          </a:xfrm>
          <a:prstGeom prst="rect"/>
        </p:spPr>
        <p:txBody>
          <a:bodyPr bIns="45720" lIns="91440" rIns="91440" rtlCol="0" tIns="45720" vert="horz"/>
          <a:p>
            <a:r>
              <a:rPr lang="en-US"/>
              <a:t>4</a:t>
            </a:r>
            <a:endParaRPr lang="en-US" smtClean="0"/>
          </a:p>
        </p:txBody>
      </p:sp>
      <p:sp>
        <p:nvSpPr>
          <p:cNvPr id="1048640" name="Footer Placeholder 5"/>
          <p:cNvSpPr>
            <a:spLocks noGrp="1"/>
          </p:cNvSpPr>
          <p:nvPr>
            <p:ph type="ftr" sz="quarter" idx="4"/>
          </p:nvPr>
        </p:nvSpPr>
        <p:spPr>
          <a:xfrm>
            <a:off x="0" y="6502400"/>
            <a:ext cx="3962400" cy="341313"/>
          </a:xfrm>
          <a:prstGeom prst="rect"/>
        </p:spPr>
        <p:txBody>
          <a:bodyPr anchor="b" bIns="45720" lIns="91440" rIns="91440" rtlCol="0" tIns="45720" vert="horz"/>
          <a:lstStyle>
            <a:lvl1pPr algn="l">
              <a:defRPr sz="1200"/>
            </a:lvl1pPr>
          </a:lstStyle>
          <a:p/>
        </p:txBody>
      </p:sp>
      <p:sp>
        <p:nvSpPr>
          <p:cNvPr id="1048641" name="Slide Number Placeholder 6"/>
          <p:cNvSpPr>
            <a:spLocks noGrp="1"/>
          </p:cNvSpPr>
          <p:nvPr>
            <p:ph type="sldNum" sz="quarter" idx="5"/>
          </p:nvPr>
        </p:nvSpPr>
        <p:spPr>
          <a:xfrm>
            <a:off x="5180013" y="6502400"/>
            <a:ext cx="3962400" cy="341313"/>
          </a:xfrm>
          <a:prstGeom prst="rect"/>
        </p:spPr>
        <p:txBody>
          <a:bodyPr anchor="b" bIns="45720" lIns="91440" rIns="91440" rtlCol="0" tIns="45720" vert="horz"/>
          <a:lstStyle>
            <a:lvl1pPr algn="r">
              <a:defRPr sz="1200"/>
            </a:lvl1pPr>
          </a:lstStyle>
          <a:p>
            <a:r>
              <a:rPr lang="cs-CZ" smtClean="0"/>
              <a:t>‹#›</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64" name=""/>
        <p:cNvGrpSpPr/>
        <p:nvPr/>
      </p:nvGrpSpPr>
      <p:grpSpPr>
        <a:xfrm>
          <a:off x="0" y="0"/>
          <a:ext cx="0" cy="0"/>
          <a:chOff x="0" y="0"/>
          <a:chExt cx="0" cy="0"/>
        </a:xfrm>
      </p:grpSpPr>
      <p:sp>
        <p:nvSpPr>
          <p:cNvPr id="1048650" name="Header Placeholder 1"/>
          <p:cNvSpPr>
            <a:spLocks noGrp="1"/>
          </p:cNvSpPr>
          <p:nvPr>
            <p:ph type="hdr" sz="quarter"/>
          </p:nvPr>
        </p:nvSpPr>
        <p:spPr>
          <a:xfrm>
            <a:off x="0" y="0"/>
            <a:ext cx="3962400" cy="342900"/>
          </a:xfrm>
          <a:prstGeom prst="rect"/>
        </p:spPr>
        <p:txBody>
          <a:bodyPr bIns="45720" lIns="91440" rIns="91440" rtlCol="0" tIns="45720" vert="horz"/>
          <a:lstStyle>
            <a:lvl1pPr algn="l">
              <a:defRPr sz="1200"/>
            </a:lvl1pPr>
          </a:lstStyle>
          <a:p/>
        </p:txBody>
      </p:sp>
      <p:sp>
        <p:nvSpPr>
          <p:cNvPr id="1048651" name="Date Placeholder 2"/>
          <p:cNvSpPr>
            <a:spLocks noGrp="1"/>
          </p:cNvSpPr>
          <p:nvPr>
            <p:ph type="dt" idx="1"/>
          </p:nvPr>
        </p:nvSpPr>
        <p:spPr>
          <a:xfrm>
            <a:off x="5180013" y="0"/>
            <a:ext cx="3962400" cy="342900"/>
          </a:xfrm>
          <a:prstGeom prst="rect"/>
        </p:spPr>
        <p:txBody>
          <a:bodyPr bIns="45720" lIns="91440" rIns="91440" rtlCol="0" tIns="45720" vert="horz"/>
          <a:lstStyle>
            <a:lvl1pPr algn="r">
              <a:defRPr sz="1200"/>
            </a:lvl1pPr>
          </a:lstStyle>
          <a:p>
            <a:r>
              <a:rPr lang="cs-CZ" smtClean="0"/>
              <a:t>1.7.2013</a:t>
            </a:r>
          </a:p>
        </p:txBody>
      </p:sp>
      <p:sp>
        <p:nvSpPr>
          <p:cNvPr id="1048652" name="Slide Image Placeholder 3"/>
          <p:cNvSpPr>
            <a:spLocks noChangeAspect="1" noRot="1" noGrp="1"/>
          </p:cNvSpPr>
          <p:nvPr>
            <p:ph type="sldImg" idx="2"/>
          </p:nvPr>
        </p:nvSpPr>
        <p:spPr>
          <a:xfrm>
            <a:off x="2857500" y="512763"/>
            <a:ext cx="3429000" cy="2566987"/>
          </a:xfrm>
          <a:prstGeom prst="rect"/>
          <a:noFill/>
          <a:ln w="12700">
            <a:solidFill>
              <a:prstClr val="black"/>
            </a:solidFill>
          </a:ln>
        </p:spPr>
        <p:txBody>
          <a:bodyPr anchor="ctr" bIns="45720" lIns="91440" rIns="91440" rtlCol="0" tIns="45720" vert="horz"/>
          <a:p/>
        </p:txBody>
      </p:sp>
      <p:sp>
        <p:nvSpPr>
          <p:cNvPr id="1048653" name="Notes Placeholder 4"/>
          <p:cNvSpPr>
            <a:spLocks noGrp="1"/>
          </p:cNvSpPr>
          <p:nvPr>
            <p:ph type="body" sz="quarter" idx="3"/>
          </p:nvPr>
        </p:nvSpPr>
        <p:spPr>
          <a:xfrm>
            <a:off x="914400" y="3251200"/>
            <a:ext cx="7315200" cy="3081338"/>
          </a:xfrm>
          <a:prstGeom prst="rect"/>
        </p:spPr>
        <p:txBody>
          <a:bodyPr bIns="45720" lIns="91440" rIns="91440" rtlCol="0" tIns="45720" vert="horz"/>
          <a:p>
            <a:r>
              <a:rPr lang="en-US"/>
              <a:t>5</a:t>
            </a:r>
            <a:endParaRPr lang="en-US" smtClean="0"/>
          </a:p>
        </p:txBody>
      </p:sp>
      <p:sp>
        <p:nvSpPr>
          <p:cNvPr id="1048654" name="Footer Placeholder 5"/>
          <p:cNvSpPr>
            <a:spLocks noGrp="1"/>
          </p:cNvSpPr>
          <p:nvPr>
            <p:ph type="ftr" sz="quarter" idx="4"/>
          </p:nvPr>
        </p:nvSpPr>
        <p:spPr>
          <a:xfrm>
            <a:off x="0" y="6502400"/>
            <a:ext cx="3962400" cy="341313"/>
          </a:xfrm>
          <a:prstGeom prst="rect"/>
        </p:spPr>
        <p:txBody>
          <a:bodyPr anchor="b" bIns="45720" lIns="91440" rIns="91440" rtlCol="0" tIns="45720" vert="horz"/>
          <a:lstStyle>
            <a:lvl1pPr algn="l">
              <a:defRPr sz="1200"/>
            </a:lvl1pPr>
          </a:lstStyle>
          <a:p/>
        </p:txBody>
      </p:sp>
      <p:sp>
        <p:nvSpPr>
          <p:cNvPr id="1048655" name="Slide Number Placeholder 6"/>
          <p:cNvSpPr>
            <a:spLocks noGrp="1"/>
          </p:cNvSpPr>
          <p:nvPr>
            <p:ph type="sldNum" sz="quarter" idx="5"/>
          </p:nvPr>
        </p:nvSpPr>
        <p:spPr>
          <a:xfrm>
            <a:off x="5180013" y="6502400"/>
            <a:ext cx="3962400" cy="341313"/>
          </a:xfrm>
          <a:prstGeom prst="rect"/>
        </p:spPr>
        <p:txBody>
          <a:bodyPr anchor="b" bIns="45720" lIns="91440" rIns="91440" rtlCol="0" tIns="45720" vert="horz"/>
          <a:lstStyle>
            <a:lvl1pPr algn="r">
              <a:defRPr sz="1200"/>
            </a:lvl1pPr>
          </a:lstStyle>
          <a:p>
            <a:r>
              <a:rPr lang="cs-CZ" smtClean="0"/>
              <a:t>‹#›</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69" name=""/>
        <p:cNvGrpSpPr/>
        <p:nvPr/>
      </p:nvGrpSpPr>
      <p:grpSpPr>
        <a:xfrm>
          <a:off x="0" y="0"/>
          <a:ext cx="0" cy="0"/>
          <a:chOff x="0" y="0"/>
          <a:chExt cx="0" cy="0"/>
        </a:xfrm>
      </p:grpSpPr>
      <p:sp>
        <p:nvSpPr>
          <p:cNvPr id="1048663" name="Header Placeholder 1"/>
          <p:cNvSpPr>
            <a:spLocks noGrp="1"/>
          </p:cNvSpPr>
          <p:nvPr>
            <p:ph type="hdr" sz="quarter"/>
          </p:nvPr>
        </p:nvSpPr>
        <p:spPr>
          <a:xfrm>
            <a:off x="0" y="0"/>
            <a:ext cx="3962400" cy="342900"/>
          </a:xfrm>
          <a:prstGeom prst="rect"/>
        </p:spPr>
        <p:txBody>
          <a:bodyPr bIns="45720" lIns="91440" rIns="91440" rtlCol="0" tIns="45720" vert="horz"/>
          <a:lstStyle>
            <a:lvl1pPr algn="l">
              <a:defRPr sz="1200"/>
            </a:lvl1pPr>
          </a:lstStyle>
          <a:p/>
        </p:txBody>
      </p:sp>
      <p:sp>
        <p:nvSpPr>
          <p:cNvPr id="1048664" name="Date Placeholder 2"/>
          <p:cNvSpPr>
            <a:spLocks noGrp="1"/>
          </p:cNvSpPr>
          <p:nvPr>
            <p:ph type="dt" idx="1"/>
          </p:nvPr>
        </p:nvSpPr>
        <p:spPr>
          <a:xfrm>
            <a:off x="5180013" y="0"/>
            <a:ext cx="3962400" cy="342900"/>
          </a:xfrm>
          <a:prstGeom prst="rect"/>
        </p:spPr>
        <p:txBody>
          <a:bodyPr bIns="45720" lIns="91440" rIns="91440" rtlCol="0" tIns="45720" vert="horz"/>
          <a:lstStyle>
            <a:lvl1pPr algn="r">
              <a:defRPr sz="1200"/>
            </a:lvl1pPr>
          </a:lstStyle>
          <a:p>
            <a:r>
              <a:rPr lang="cs-CZ" smtClean="0"/>
              <a:t>1.7.2013</a:t>
            </a:r>
          </a:p>
        </p:txBody>
      </p:sp>
      <p:sp>
        <p:nvSpPr>
          <p:cNvPr id="1048665" name="Slide Image Placeholder 3"/>
          <p:cNvSpPr>
            <a:spLocks noChangeAspect="1" noRot="1" noGrp="1"/>
          </p:cNvSpPr>
          <p:nvPr>
            <p:ph type="sldImg" idx="2"/>
          </p:nvPr>
        </p:nvSpPr>
        <p:spPr>
          <a:xfrm>
            <a:off x="2857500" y="512763"/>
            <a:ext cx="3429000" cy="2566987"/>
          </a:xfrm>
          <a:prstGeom prst="rect"/>
          <a:noFill/>
          <a:ln w="12700">
            <a:solidFill>
              <a:prstClr val="black"/>
            </a:solidFill>
          </a:ln>
        </p:spPr>
        <p:txBody>
          <a:bodyPr anchor="ctr" bIns="45720" lIns="91440" rIns="91440" rtlCol="0" tIns="45720" vert="horz"/>
          <a:p/>
        </p:txBody>
      </p:sp>
      <p:sp>
        <p:nvSpPr>
          <p:cNvPr id="1048666" name="Notes Placeholder 4"/>
          <p:cNvSpPr>
            <a:spLocks noGrp="1"/>
          </p:cNvSpPr>
          <p:nvPr>
            <p:ph type="body" sz="quarter" idx="3"/>
          </p:nvPr>
        </p:nvSpPr>
        <p:spPr>
          <a:xfrm>
            <a:off x="914400" y="3251200"/>
            <a:ext cx="7315200" cy="3081338"/>
          </a:xfrm>
          <a:prstGeom prst="rect"/>
        </p:spPr>
        <p:txBody>
          <a:bodyPr bIns="45720" lIns="91440" rIns="91440" rtlCol="0" tIns="45720" vert="horz"/>
          <a:p>
            <a:r>
              <a:rPr lang="en-US"/>
              <a:t>6</a:t>
            </a:r>
            <a:endParaRPr lang="en-US" smtClean="0"/>
          </a:p>
        </p:txBody>
      </p:sp>
      <p:sp>
        <p:nvSpPr>
          <p:cNvPr id="1048667" name="Footer Placeholder 5"/>
          <p:cNvSpPr>
            <a:spLocks noGrp="1"/>
          </p:cNvSpPr>
          <p:nvPr>
            <p:ph type="ftr" sz="quarter" idx="4"/>
          </p:nvPr>
        </p:nvSpPr>
        <p:spPr>
          <a:xfrm>
            <a:off x="0" y="6502400"/>
            <a:ext cx="3962400" cy="341313"/>
          </a:xfrm>
          <a:prstGeom prst="rect"/>
        </p:spPr>
        <p:txBody>
          <a:bodyPr anchor="b" bIns="45720" lIns="91440" rIns="91440" rtlCol="0" tIns="45720" vert="horz"/>
          <a:lstStyle>
            <a:lvl1pPr algn="l">
              <a:defRPr sz="1200"/>
            </a:lvl1pPr>
          </a:lstStyle>
          <a:p/>
        </p:txBody>
      </p:sp>
      <p:sp>
        <p:nvSpPr>
          <p:cNvPr id="1048668" name="Slide Number Placeholder 6"/>
          <p:cNvSpPr>
            <a:spLocks noGrp="1"/>
          </p:cNvSpPr>
          <p:nvPr>
            <p:ph type="sldNum" sz="quarter" idx="5"/>
          </p:nvPr>
        </p:nvSpPr>
        <p:spPr>
          <a:xfrm>
            <a:off x="5180013" y="6502400"/>
            <a:ext cx="3962400" cy="341313"/>
          </a:xfrm>
          <a:prstGeom prst="rect"/>
        </p:spPr>
        <p:txBody>
          <a:bodyPr anchor="b" bIns="45720" lIns="91440" rIns="91440" rtlCol="0" tIns="45720" vert="horz"/>
          <a:lstStyle>
            <a:lvl1pPr algn="r">
              <a:defRPr sz="1200"/>
            </a:lvl1pPr>
          </a:lstStyle>
          <a:p>
            <a:r>
              <a:rPr lang="cs-CZ" smtClean="0"/>
              <a:t>‹#›</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73" name=""/>
        <p:cNvGrpSpPr/>
        <p:nvPr/>
      </p:nvGrpSpPr>
      <p:grpSpPr>
        <a:xfrm>
          <a:off x="0" y="0"/>
          <a:ext cx="0" cy="0"/>
          <a:chOff x="0" y="0"/>
          <a:chExt cx="0" cy="0"/>
        </a:xfrm>
      </p:grpSpPr>
      <p:sp>
        <p:nvSpPr>
          <p:cNvPr id="1048675" name="Header Placeholder 1"/>
          <p:cNvSpPr>
            <a:spLocks noGrp="1"/>
          </p:cNvSpPr>
          <p:nvPr>
            <p:ph type="hdr" sz="quarter"/>
          </p:nvPr>
        </p:nvSpPr>
        <p:spPr>
          <a:xfrm>
            <a:off x="0" y="0"/>
            <a:ext cx="3962400" cy="342900"/>
          </a:xfrm>
          <a:prstGeom prst="rect"/>
        </p:spPr>
        <p:txBody>
          <a:bodyPr bIns="45720" lIns="91440" rIns="91440" rtlCol="0" tIns="45720" vert="horz"/>
          <a:lstStyle>
            <a:lvl1pPr algn="l">
              <a:defRPr sz="1200"/>
            </a:lvl1pPr>
          </a:lstStyle>
          <a:p/>
        </p:txBody>
      </p:sp>
      <p:sp>
        <p:nvSpPr>
          <p:cNvPr id="1048676" name="Date Placeholder 2"/>
          <p:cNvSpPr>
            <a:spLocks noGrp="1"/>
          </p:cNvSpPr>
          <p:nvPr>
            <p:ph type="dt" idx="1"/>
          </p:nvPr>
        </p:nvSpPr>
        <p:spPr>
          <a:xfrm>
            <a:off x="5180013" y="0"/>
            <a:ext cx="3962400" cy="342900"/>
          </a:xfrm>
          <a:prstGeom prst="rect"/>
        </p:spPr>
        <p:txBody>
          <a:bodyPr bIns="45720" lIns="91440" rIns="91440" rtlCol="0" tIns="45720" vert="horz"/>
          <a:lstStyle>
            <a:lvl1pPr algn="r">
              <a:defRPr sz="1200"/>
            </a:lvl1pPr>
          </a:lstStyle>
          <a:p>
            <a:r>
              <a:rPr lang="cs-CZ" smtClean="0"/>
              <a:t>1.7.2013</a:t>
            </a:r>
          </a:p>
        </p:txBody>
      </p:sp>
      <p:sp>
        <p:nvSpPr>
          <p:cNvPr id="1048677" name="Slide Image Placeholder 3"/>
          <p:cNvSpPr>
            <a:spLocks noChangeAspect="1" noRot="1" noGrp="1"/>
          </p:cNvSpPr>
          <p:nvPr>
            <p:ph type="sldImg" idx="2"/>
          </p:nvPr>
        </p:nvSpPr>
        <p:spPr>
          <a:xfrm>
            <a:off x="2857500" y="512763"/>
            <a:ext cx="3429000" cy="2566987"/>
          </a:xfrm>
          <a:prstGeom prst="rect"/>
          <a:noFill/>
          <a:ln w="12700">
            <a:solidFill>
              <a:prstClr val="black"/>
            </a:solidFill>
          </a:ln>
        </p:spPr>
        <p:txBody>
          <a:bodyPr anchor="ctr" bIns="45720" lIns="91440" rIns="91440" rtlCol="0" tIns="45720" vert="horz"/>
          <a:p/>
        </p:txBody>
      </p:sp>
      <p:sp>
        <p:nvSpPr>
          <p:cNvPr id="1048678" name="Notes Placeholder 4"/>
          <p:cNvSpPr>
            <a:spLocks noGrp="1"/>
          </p:cNvSpPr>
          <p:nvPr>
            <p:ph type="body" sz="quarter" idx="3"/>
          </p:nvPr>
        </p:nvSpPr>
        <p:spPr>
          <a:xfrm>
            <a:off x="914400" y="3251200"/>
            <a:ext cx="7315200" cy="3081338"/>
          </a:xfrm>
          <a:prstGeom prst="rect"/>
        </p:spPr>
        <p:txBody>
          <a:bodyPr bIns="45720" lIns="91440" rIns="91440" rtlCol="0" tIns="45720" vert="horz"/>
          <a:p>
            <a:r>
              <a:rPr lang="en-US"/>
              <a:t>7</a:t>
            </a:r>
            <a:endParaRPr lang="en-US" smtClean="0"/>
          </a:p>
        </p:txBody>
      </p:sp>
      <p:sp>
        <p:nvSpPr>
          <p:cNvPr id="1048679" name="Footer Placeholder 5"/>
          <p:cNvSpPr>
            <a:spLocks noGrp="1"/>
          </p:cNvSpPr>
          <p:nvPr>
            <p:ph type="ftr" sz="quarter" idx="4"/>
          </p:nvPr>
        </p:nvSpPr>
        <p:spPr>
          <a:xfrm>
            <a:off x="0" y="6502400"/>
            <a:ext cx="3962400" cy="341313"/>
          </a:xfrm>
          <a:prstGeom prst="rect"/>
        </p:spPr>
        <p:txBody>
          <a:bodyPr anchor="b" bIns="45720" lIns="91440" rIns="91440" rtlCol="0" tIns="45720" vert="horz"/>
          <a:lstStyle>
            <a:lvl1pPr algn="l">
              <a:defRPr sz="1200"/>
            </a:lvl1pPr>
          </a:lstStyle>
          <a:p/>
        </p:txBody>
      </p:sp>
      <p:sp>
        <p:nvSpPr>
          <p:cNvPr id="1048680" name="Slide Number Placeholder 6"/>
          <p:cNvSpPr>
            <a:spLocks noGrp="1"/>
          </p:cNvSpPr>
          <p:nvPr>
            <p:ph type="sldNum" sz="quarter" idx="5"/>
          </p:nvPr>
        </p:nvSpPr>
        <p:spPr>
          <a:xfrm>
            <a:off x="5180013" y="6502400"/>
            <a:ext cx="3962400" cy="341313"/>
          </a:xfrm>
          <a:prstGeom prst="rect"/>
        </p:spPr>
        <p:txBody>
          <a:bodyPr anchor="b" bIns="45720" lIns="91440" rIns="91440" rtlCol="0" tIns="45720" vert="horz"/>
          <a:lstStyle>
            <a:lvl1pPr algn="r">
              <a:defRPr sz="1200"/>
            </a:lvl1pPr>
          </a:lstStyle>
          <a:p>
            <a:r>
              <a:rPr lang="cs-CZ" smtClean="0"/>
              <a:t>‹#›</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78" name=""/>
        <p:cNvGrpSpPr/>
        <p:nvPr/>
      </p:nvGrpSpPr>
      <p:grpSpPr>
        <a:xfrm>
          <a:off x="0" y="0"/>
          <a:ext cx="0" cy="0"/>
          <a:chOff x="0" y="0"/>
          <a:chExt cx="0" cy="0"/>
        </a:xfrm>
      </p:grpSpPr>
      <p:sp>
        <p:nvSpPr>
          <p:cNvPr id="1048689" name="Header Placeholder 1"/>
          <p:cNvSpPr>
            <a:spLocks noGrp="1"/>
          </p:cNvSpPr>
          <p:nvPr>
            <p:ph type="hdr" sz="quarter"/>
          </p:nvPr>
        </p:nvSpPr>
        <p:spPr>
          <a:xfrm>
            <a:off x="0" y="0"/>
            <a:ext cx="3962400" cy="342900"/>
          </a:xfrm>
          <a:prstGeom prst="rect"/>
        </p:spPr>
        <p:txBody>
          <a:bodyPr bIns="45720" lIns="91440" rIns="91440" rtlCol="0" tIns="45720" vert="horz"/>
          <a:lstStyle>
            <a:lvl1pPr algn="l">
              <a:defRPr sz="1200"/>
            </a:lvl1pPr>
          </a:lstStyle>
          <a:p/>
        </p:txBody>
      </p:sp>
      <p:sp>
        <p:nvSpPr>
          <p:cNvPr id="1048690" name="Date Placeholder 2"/>
          <p:cNvSpPr>
            <a:spLocks noGrp="1"/>
          </p:cNvSpPr>
          <p:nvPr>
            <p:ph type="dt" idx="1"/>
          </p:nvPr>
        </p:nvSpPr>
        <p:spPr>
          <a:xfrm>
            <a:off x="5180013" y="0"/>
            <a:ext cx="3962400" cy="342900"/>
          </a:xfrm>
          <a:prstGeom prst="rect"/>
        </p:spPr>
        <p:txBody>
          <a:bodyPr bIns="45720" lIns="91440" rIns="91440" rtlCol="0" tIns="45720" vert="horz"/>
          <a:lstStyle>
            <a:lvl1pPr algn="r">
              <a:defRPr sz="1200"/>
            </a:lvl1pPr>
          </a:lstStyle>
          <a:p>
            <a:r>
              <a:rPr lang="cs-CZ" smtClean="0"/>
              <a:t>1.7.2013</a:t>
            </a:r>
          </a:p>
        </p:txBody>
      </p:sp>
      <p:sp>
        <p:nvSpPr>
          <p:cNvPr id="1048691" name="Slide Image Placeholder 3"/>
          <p:cNvSpPr>
            <a:spLocks noChangeAspect="1" noRot="1" noGrp="1"/>
          </p:cNvSpPr>
          <p:nvPr>
            <p:ph type="sldImg" idx="2"/>
          </p:nvPr>
        </p:nvSpPr>
        <p:spPr>
          <a:xfrm>
            <a:off x="2857500" y="512763"/>
            <a:ext cx="3429000" cy="2566987"/>
          </a:xfrm>
          <a:prstGeom prst="rect"/>
          <a:noFill/>
          <a:ln w="12700">
            <a:solidFill>
              <a:prstClr val="black"/>
            </a:solidFill>
          </a:ln>
        </p:spPr>
        <p:txBody>
          <a:bodyPr anchor="ctr" bIns="45720" lIns="91440" rIns="91440" rtlCol="0" tIns="45720" vert="horz"/>
          <a:p/>
        </p:txBody>
      </p:sp>
      <p:sp>
        <p:nvSpPr>
          <p:cNvPr id="1048692" name="Notes Placeholder 4"/>
          <p:cNvSpPr>
            <a:spLocks noGrp="1"/>
          </p:cNvSpPr>
          <p:nvPr>
            <p:ph type="body" sz="quarter" idx="3"/>
          </p:nvPr>
        </p:nvSpPr>
        <p:spPr>
          <a:xfrm>
            <a:off x="914400" y="3251200"/>
            <a:ext cx="7315200" cy="3081338"/>
          </a:xfrm>
          <a:prstGeom prst="rect"/>
        </p:spPr>
        <p:txBody>
          <a:bodyPr bIns="45720" lIns="91440" rIns="91440" rtlCol="0" tIns="45720" vert="horz"/>
          <a:p>
            <a:r>
              <a:rPr lang="en-US"/>
              <a:t>8</a:t>
            </a:r>
            <a:endParaRPr lang="en-US" smtClean="0"/>
          </a:p>
        </p:txBody>
      </p:sp>
      <p:sp>
        <p:nvSpPr>
          <p:cNvPr id="1048693" name="Footer Placeholder 5"/>
          <p:cNvSpPr>
            <a:spLocks noGrp="1"/>
          </p:cNvSpPr>
          <p:nvPr>
            <p:ph type="ftr" sz="quarter" idx="4"/>
          </p:nvPr>
        </p:nvSpPr>
        <p:spPr>
          <a:xfrm>
            <a:off x="0" y="6502400"/>
            <a:ext cx="3962400" cy="341313"/>
          </a:xfrm>
          <a:prstGeom prst="rect"/>
        </p:spPr>
        <p:txBody>
          <a:bodyPr anchor="b" bIns="45720" lIns="91440" rIns="91440" rtlCol="0" tIns="45720" vert="horz"/>
          <a:lstStyle>
            <a:lvl1pPr algn="l">
              <a:defRPr sz="1200"/>
            </a:lvl1pPr>
          </a:lstStyle>
          <a:p/>
        </p:txBody>
      </p:sp>
      <p:sp>
        <p:nvSpPr>
          <p:cNvPr id="1048694" name="Slide Number Placeholder 6"/>
          <p:cNvSpPr>
            <a:spLocks noGrp="1"/>
          </p:cNvSpPr>
          <p:nvPr>
            <p:ph type="sldNum" sz="quarter" idx="5"/>
          </p:nvPr>
        </p:nvSpPr>
        <p:spPr>
          <a:xfrm>
            <a:off x="5180013" y="6502400"/>
            <a:ext cx="3962400" cy="341313"/>
          </a:xfrm>
          <a:prstGeom prst="rect"/>
        </p:spPr>
        <p:txBody>
          <a:bodyPr anchor="b" bIns="45720" lIns="91440" rIns="91440" rtlCol="0" tIns="45720" vert="horz"/>
          <a:lstStyle>
            <a:lvl1pPr algn="r">
              <a:defRPr sz="1200"/>
            </a:lvl1pPr>
          </a:lstStyle>
          <a:p>
            <a:r>
              <a:rPr lang="cs-CZ" smtClean="0"/>
              <a:t>‹#›</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83" name=""/>
        <p:cNvGrpSpPr/>
        <p:nvPr/>
      </p:nvGrpSpPr>
      <p:grpSpPr>
        <a:xfrm>
          <a:off x="0" y="0"/>
          <a:ext cx="0" cy="0"/>
          <a:chOff x="0" y="0"/>
          <a:chExt cx="0" cy="0"/>
        </a:xfrm>
      </p:grpSpPr>
      <p:sp>
        <p:nvSpPr>
          <p:cNvPr id="1048702" name="Header Placeholder 1"/>
          <p:cNvSpPr>
            <a:spLocks noGrp="1"/>
          </p:cNvSpPr>
          <p:nvPr>
            <p:ph type="hdr" sz="quarter"/>
          </p:nvPr>
        </p:nvSpPr>
        <p:spPr>
          <a:xfrm>
            <a:off x="0" y="0"/>
            <a:ext cx="3962400" cy="342900"/>
          </a:xfrm>
          <a:prstGeom prst="rect"/>
        </p:spPr>
        <p:txBody>
          <a:bodyPr bIns="45720" lIns="91440" rIns="91440" rtlCol="0" tIns="45720" vert="horz"/>
          <a:lstStyle>
            <a:lvl1pPr algn="l">
              <a:defRPr sz="1200"/>
            </a:lvl1pPr>
          </a:lstStyle>
          <a:p/>
        </p:txBody>
      </p:sp>
      <p:sp>
        <p:nvSpPr>
          <p:cNvPr id="1048703" name="Date Placeholder 2"/>
          <p:cNvSpPr>
            <a:spLocks noGrp="1"/>
          </p:cNvSpPr>
          <p:nvPr>
            <p:ph type="dt" idx="1"/>
          </p:nvPr>
        </p:nvSpPr>
        <p:spPr>
          <a:xfrm>
            <a:off x="5180013" y="0"/>
            <a:ext cx="3962400" cy="342900"/>
          </a:xfrm>
          <a:prstGeom prst="rect"/>
        </p:spPr>
        <p:txBody>
          <a:bodyPr bIns="45720" lIns="91440" rIns="91440" rtlCol="0" tIns="45720" vert="horz"/>
          <a:lstStyle>
            <a:lvl1pPr algn="r">
              <a:defRPr sz="1200"/>
            </a:lvl1pPr>
          </a:lstStyle>
          <a:p>
            <a:r>
              <a:rPr lang="cs-CZ" smtClean="0"/>
              <a:t>1.7.2013</a:t>
            </a:r>
          </a:p>
        </p:txBody>
      </p:sp>
      <p:sp>
        <p:nvSpPr>
          <p:cNvPr id="1048704" name="Slide Image Placeholder 3"/>
          <p:cNvSpPr>
            <a:spLocks noChangeAspect="1" noRot="1" noGrp="1"/>
          </p:cNvSpPr>
          <p:nvPr>
            <p:ph type="sldImg" idx="2"/>
          </p:nvPr>
        </p:nvSpPr>
        <p:spPr>
          <a:xfrm>
            <a:off x="2857500" y="512763"/>
            <a:ext cx="3429000" cy="2566987"/>
          </a:xfrm>
          <a:prstGeom prst="rect"/>
          <a:noFill/>
          <a:ln w="12700">
            <a:solidFill>
              <a:prstClr val="black"/>
            </a:solidFill>
          </a:ln>
        </p:spPr>
        <p:txBody>
          <a:bodyPr anchor="ctr" bIns="45720" lIns="91440" rIns="91440" rtlCol="0" tIns="45720" vert="horz"/>
          <a:p/>
        </p:txBody>
      </p:sp>
      <p:sp>
        <p:nvSpPr>
          <p:cNvPr id="1048705" name="Notes Placeholder 4"/>
          <p:cNvSpPr>
            <a:spLocks noGrp="1"/>
          </p:cNvSpPr>
          <p:nvPr>
            <p:ph type="body" sz="quarter" idx="3"/>
          </p:nvPr>
        </p:nvSpPr>
        <p:spPr>
          <a:xfrm>
            <a:off x="914400" y="3251200"/>
            <a:ext cx="7315200" cy="3081338"/>
          </a:xfrm>
          <a:prstGeom prst="rect"/>
        </p:spPr>
        <p:txBody>
          <a:bodyPr bIns="45720" lIns="91440" rIns="91440" rtlCol="0" tIns="45720" vert="horz"/>
          <a:p>
            <a:r>
              <a:rPr lang="en-US"/>
              <a:t>9</a:t>
            </a:r>
            <a:endParaRPr lang="en-US" smtClean="0"/>
          </a:p>
        </p:txBody>
      </p:sp>
      <p:sp>
        <p:nvSpPr>
          <p:cNvPr id="1048706" name="Footer Placeholder 5"/>
          <p:cNvSpPr>
            <a:spLocks noGrp="1"/>
          </p:cNvSpPr>
          <p:nvPr>
            <p:ph type="ftr" sz="quarter" idx="4"/>
          </p:nvPr>
        </p:nvSpPr>
        <p:spPr>
          <a:xfrm>
            <a:off x="0" y="6502400"/>
            <a:ext cx="3962400" cy="341313"/>
          </a:xfrm>
          <a:prstGeom prst="rect"/>
        </p:spPr>
        <p:txBody>
          <a:bodyPr anchor="b" bIns="45720" lIns="91440" rIns="91440" rtlCol="0" tIns="45720" vert="horz"/>
          <a:lstStyle>
            <a:lvl1pPr algn="l">
              <a:defRPr sz="1200"/>
            </a:lvl1pPr>
          </a:lstStyle>
          <a:p/>
        </p:txBody>
      </p:sp>
      <p:sp>
        <p:nvSpPr>
          <p:cNvPr id="1048707" name="Slide Number Placeholder 6"/>
          <p:cNvSpPr>
            <a:spLocks noGrp="1"/>
          </p:cNvSpPr>
          <p:nvPr>
            <p:ph type="sldNum" sz="quarter" idx="5"/>
          </p:nvPr>
        </p:nvSpPr>
        <p:spPr>
          <a:xfrm>
            <a:off x="5180013" y="6502400"/>
            <a:ext cx="3962400" cy="341313"/>
          </a:xfrm>
          <a:prstGeom prst="rect"/>
        </p:spPr>
        <p:txBody>
          <a:bodyPr anchor="b" bIns="45720" lIns="91440" rIns="91440" rtlCol="0" tIns="45720" vert="horz"/>
          <a:lstStyle>
            <a:lvl1pPr algn="r">
              <a:defRPr sz="1200"/>
            </a:lvl1pPr>
          </a:lstStyle>
          <a:p>
            <a:r>
              <a:rPr lang="cs-CZ" smtClean="0"/>
              <a:t>‹#›</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87" name=""/>
        <p:cNvGrpSpPr/>
        <p:nvPr/>
      </p:nvGrpSpPr>
      <p:grpSpPr>
        <a:xfrm>
          <a:off x="0" y="0"/>
          <a:ext cx="0" cy="0"/>
          <a:chOff x="0" y="0"/>
          <a:chExt cx="0" cy="0"/>
        </a:xfrm>
      </p:grpSpPr>
      <p:sp>
        <p:nvSpPr>
          <p:cNvPr id="1048714" name="Header Placeholder 1"/>
          <p:cNvSpPr>
            <a:spLocks noGrp="1"/>
          </p:cNvSpPr>
          <p:nvPr>
            <p:ph type="hdr" sz="quarter"/>
          </p:nvPr>
        </p:nvSpPr>
        <p:spPr>
          <a:xfrm>
            <a:off x="0" y="0"/>
            <a:ext cx="3962400" cy="342900"/>
          </a:xfrm>
          <a:prstGeom prst="rect"/>
        </p:spPr>
        <p:txBody>
          <a:bodyPr bIns="45720" lIns="91440" rIns="91440" rtlCol="0" tIns="45720" vert="horz"/>
          <a:lstStyle>
            <a:lvl1pPr algn="l">
              <a:defRPr sz="1200"/>
            </a:lvl1pPr>
          </a:lstStyle>
          <a:p/>
        </p:txBody>
      </p:sp>
      <p:sp>
        <p:nvSpPr>
          <p:cNvPr id="1048715" name="Date Placeholder 2"/>
          <p:cNvSpPr>
            <a:spLocks noGrp="1"/>
          </p:cNvSpPr>
          <p:nvPr>
            <p:ph type="dt" idx="1"/>
          </p:nvPr>
        </p:nvSpPr>
        <p:spPr>
          <a:xfrm>
            <a:off x="5180013" y="0"/>
            <a:ext cx="3962400" cy="342900"/>
          </a:xfrm>
          <a:prstGeom prst="rect"/>
        </p:spPr>
        <p:txBody>
          <a:bodyPr bIns="45720" lIns="91440" rIns="91440" rtlCol="0" tIns="45720" vert="horz"/>
          <a:lstStyle>
            <a:lvl1pPr algn="r">
              <a:defRPr sz="1200"/>
            </a:lvl1pPr>
          </a:lstStyle>
          <a:p>
            <a:r>
              <a:rPr lang="cs-CZ" smtClean="0"/>
              <a:t>1.7.2013</a:t>
            </a:r>
          </a:p>
        </p:txBody>
      </p:sp>
      <p:sp>
        <p:nvSpPr>
          <p:cNvPr id="1048716" name="Slide Image Placeholder 3"/>
          <p:cNvSpPr>
            <a:spLocks noChangeAspect="1" noRot="1" noGrp="1"/>
          </p:cNvSpPr>
          <p:nvPr>
            <p:ph type="sldImg" idx="2"/>
          </p:nvPr>
        </p:nvSpPr>
        <p:spPr>
          <a:xfrm>
            <a:off x="2857500" y="512763"/>
            <a:ext cx="3429000" cy="2566987"/>
          </a:xfrm>
          <a:prstGeom prst="rect"/>
          <a:noFill/>
          <a:ln w="12700">
            <a:solidFill>
              <a:prstClr val="black"/>
            </a:solidFill>
          </a:ln>
        </p:spPr>
        <p:txBody>
          <a:bodyPr anchor="ctr" bIns="45720" lIns="91440" rIns="91440" rtlCol="0" tIns="45720" vert="horz"/>
          <a:p/>
        </p:txBody>
      </p:sp>
      <p:sp>
        <p:nvSpPr>
          <p:cNvPr id="1048717" name="Notes Placeholder 4"/>
          <p:cNvSpPr>
            <a:spLocks noGrp="1"/>
          </p:cNvSpPr>
          <p:nvPr>
            <p:ph type="body" sz="quarter" idx="3"/>
          </p:nvPr>
        </p:nvSpPr>
        <p:spPr>
          <a:xfrm>
            <a:off x="914400" y="3251200"/>
            <a:ext cx="7315200" cy="3081338"/>
          </a:xfrm>
          <a:prstGeom prst="rect"/>
        </p:spPr>
        <p:txBody>
          <a:bodyPr bIns="45720" lIns="91440" rIns="91440" rtlCol="0" tIns="45720" vert="horz"/>
          <a:p>
            <a:endParaRPr lang="en-US" smtClean="0"/>
          </a:p>
        </p:txBody>
      </p:sp>
      <p:sp>
        <p:nvSpPr>
          <p:cNvPr id="1048718" name="Footer Placeholder 5"/>
          <p:cNvSpPr>
            <a:spLocks noGrp="1"/>
          </p:cNvSpPr>
          <p:nvPr>
            <p:ph type="ftr" sz="quarter" idx="4"/>
          </p:nvPr>
        </p:nvSpPr>
        <p:spPr>
          <a:xfrm>
            <a:off x="0" y="6502400"/>
            <a:ext cx="3962400" cy="341313"/>
          </a:xfrm>
          <a:prstGeom prst="rect"/>
        </p:spPr>
        <p:txBody>
          <a:bodyPr anchor="b" bIns="45720" lIns="91440" rIns="91440" rtlCol="0" tIns="45720" vert="horz"/>
          <a:lstStyle>
            <a:lvl1pPr algn="l">
              <a:defRPr sz="1200"/>
            </a:lvl1pPr>
          </a:lstStyle>
          <a:p/>
        </p:txBody>
      </p:sp>
      <p:sp>
        <p:nvSpPr>
          <p:cNvPr id="1048719" name="Slide Number Placeholder 6"/>
          <p:cNvSpPr>
            <a:spLocks noGrp="1"/>
          </p:cNvSpPr>
          <p:nvPr>
            <p:ph type="sldNum" sz="quarter" idx="5"/>
          </p:nvPr>
        </p:nvSpPr>
        <p:spPr>
          <a:xfrm>
            <a:off x="5180013" y="6502400"/>
            <a:ext cx="3962400" cy="341313"/>
          </a:xfrm>
          <a:prstGeom prst="rect"/>
        </p:spPr>
        <p:txBody>
          <a:bodyPr anchor="b" bIns="45720" lIns="91440" rIns="91440" rtlCol="0" tIns="45720" vert="horz"/>
          <a:lstStyle>
            <a:lvl1pPr algn="r">
              <a:defRPr sz="1200"/>
            </a:lvl1pPr>
          </a:lstStyle>
          <a:p>
            <a:r>
              <a:rPr lang="cs-CZ" smtClean="0"/>
              <a: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type="title">
  <p:cSld name="Title Slide">
    <p:spTree>
      <p:nvGrpSpPr>
        <p:cNvPr id="103" name=""/>
        <p:cNvGrpSpPr/>
        <p:nvPr/>
      </p:nvGrpSpPr>
      <p:grpSpPr>
        <a:xfrm>
          <a:off x="0" y="0"/>
          <a:ext cx="0" cy="0"/>
          <a:chOff x="0" y="0"/>
          <a:chExt cx="0" cy="0"/>
        </a:xfrm>
      </p:grpSpPr>
      <p:sp>
        <p:nvSpPr>
          <p:cNvPr id="1048757" name="Title 1"/>
          <p:cNvSpPr>
            <a:spLocks noGrp="1"/>
          </p:cNvSpPr>
          <p:nvPr>
            <p:ph type="ctrTitle"/>
          </p:nvPr>
        </p:nvSpPr>
        <p:spPr>
          <a:xfrm>
            <a:off x="685800" y="2130425"/>
            <a:ext cx="7772400" cy="1470025"/>
          </a:xfrm>
        </p:spPr>
        <p:txBody>
          <a:bodyPr/>
          <a:p>
            <a:r>
              <a:rPr lang="en-US" smtClean="0"/>
              <a:t>Click to edit Master title style</a:t>
            </a:r>
            <a:endParaRPr lang="en-US"/>
          </a:p>
        </p:txBody>
      </p:sp>
      <p:sp>
        <p:nvSpPr>
          <p:cNvPr id="1048758" name="Subtitle 2"/>
          <p:cNvSpPr>
            <a:spLocks noGrp="1"/>
          </p:cNvSpPr>
          <p:nvPr>
            <p:ph type="subTitle" idx="1"/>
          </p:nvPr>
        </p:nvSpPr>
        <p:spPr>
          <a:xfrm>
            <a:off x="1371600" y="3886200"/>
            <a:ext cx="6400800" cy="1752600"/>
          </a:xfrm>
        </p:spPr>
        <p:txBody>
          <a:bodyPr/>
          <a:lstStyle>
            <a:lvl1pPr algn="ctr" indent="0" marL="0">
              <a:buNone/>
              <a:defRPr>
                <a:solidFill>
                  <a:schemeClr val="tx1">
                    <a:tint val="75000"/>
                  </a:schemeClr>
                </a:solidFill>
              </a:defRPr>
            </a:lvl1pPr>
            <a:lvl2pPr algn="ctr" indent="0" marL="457200">
              <a:buNone/>
              <a:defRPr>
                <a:solidFill>
                  <a:schemeClr val="tx1">
                    <a:tint val="75000"/>
                  </a:schemeClr>
                </a:solidFill>
              </a:defRPr>
            </a:lvl2pPr>
            <a:lvl3pPr algn="ctr" indent="0" marL="914400">
              <a:buNone/>
              <a:defRPr>
                <a:solidFill>
                  <a:schemeClr val="tx1">
                    <a:tint val="75000"/>
                  </a:schemeClr>
                </a:solidFill>
              </a:defRPr>
            </a:lvl3pPr>
            <a:lvl4pPr algn="ctr" indent="0" marL="1371600">
              <a:buNone/>
              <a:defRPr>
                <a:solidFill>
                  <a:schemeClr val="tx1">
                    <a:tint val="75000"/>
                  </a:schemeClr>
                </a:solidFill>
              </a:defRPr>
            </a:lvl4pPr>
            <a:lvl5pPr algn="ctr" indent="0" marL="1828800">
              <a:buNone/>
              <a:defRPr>
                <a:solidFill>
                  <a:schemeClr val="tx1">
                    <a:tint val="75000"/>
                  </a:schemeClr>
                </a:solidFill>
              </a:defRPr>
            </a:lvl5pPr>
            <a:lvl6pPr algn="ctr" indent="0" marL="2286000">
              <a:buNone/>
              <a:defRPr>
                <a:solidFill>
                  <a:schemeClr val="tx1">
                    <a:tint val="75000"/>
                  </a:schemeClr>
                </a:solidFill>
              </a:defRPr>
            </a:lvl6pPr>
            <a:lvl7pPr algn="ctr" indent="0" marL="2743200">
              <a:buNone/>
              <a:defRPr>
                <a:solidFill>
                  <a:schemeClr val="tx1">
                    <a:tint val="75000"/>
                  </a:schemeClr>
                </a:solidFill>
              </a:defRPr>
            </a:lvl7pPr>
            <a:lvl8pPr algn="ctr" indent="0" marL="3200400">
              <a:buNone/>
              <a:defRPr>
                <a:solidFill>
                  <a:schemeClr val="tx1">
                    <a:tint val="75000"/>
                  </a:schemeClr>
                </a:solidFill>
              </a:defRPr>
            </a:lvl8pPr>
            <a:lvl9pPr algn="ctr" indent="0" marL="3657600">
              <a:buNone/>
              <a:defRPr>
                <a:solidFill>
                  <a:schemeClr val="tx1">
                    <a:tint val="75000"/>
                  </a:schemeClr>
                </a:solidFill>
              </a:defRPr>
            </a:lvl9pPr>
          </a:lstStyle>
          <a:p>
            <a:r>
              <a:rPr lang="en-US" smtClean="0"/>
              <a:t>Click to edit Master subtitle style</a:t>
            </a:r>
            <a:endParaRPr lang="en-US"/>
          </a:p>
        </p:txBody>
      </p:sp>
      <p:sp>
        <p:nvSpPr>
          <p:cNvPr id="1048759" name="Date Placeholder 3"/>
          <p:cNvSpPr>
            <a:spLocks noGrp="1"/>
          </p:cNvSpPr>
          <p:nvPr>
            <p:ph type="dt" sz="half" idx="10"/>
          </p:nvPr>
        </p:nvSpPr>
        <p:spPr/>
        <p:txBody>
          <a:bodyPr/>
          <a:p>
            <a:fld id="{1D8BD707-D9CF-40AE-B4C6-C98DA3205C09}" type="datetimeFigureOut">
              <a:rPr lang="en-US" smtClean="0"/>
              <a:t>8/1/2011</a:t>
            </a:fld>
            <a:endParaRPr lang="en-US"/>
          </a:p>
        </p:txBody>
      </p:sp>
      <p:sp>
        <p:nvSpPr>
          <p:cNvPr id="1048760" name="Footer Placeholder 4"/>
          <p:cNvSpPr>
            <a:spLocks noGrp="1"/>
          </p:cNvSpPr>
          <p:nvPr>
            <p:ph type="ftr" sz="quarter" idx="11"/>
          </p:nvPr>
        </p:nvSpPr>
        <p:spPr/>
        <p:txBody>
          <a:bodyPr/>
          <a:p>
            <a:endParaRPr lang="en-US"/>
          </a:p>
        </p:txBody>
      </p:sp>
      <p:sp>
        <p:nvSpPr>
          <p:cNvPr id="1048761" name="Slide Number Placeholder 5"/>
          <p:cNvSpPr>
            <a:spLocks noGrp="1"/>
          </p:cNvSpPr>
          <p:nvPr>
            <p:ph type="sldNum" sz="quarter" idx="12"/>
          </p:nvPr>
        </p:nvSpPr>
        <p:spPr/>
        <p:txBody>
          <a:bodyPr/>
          <a:p>
            <a:fld id="{B6F15528-21DE-4FAA-801E-634DDDAF4B2B}"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type="obj">
  <p:cSld name="Title and Content">
    <p:spTree>
      <p:nvGrpSpPr>
        <p:cNvPr id="106" name=""/>
        <p:cNvGrpSpPr/>
        <p:nvPr/>
      </p:nvGrpSpPr>
      <p:grpSpPr>
        <a:xfrm>
          <a:off x="0" y="0"/>
          <a:ext cx="0" cy="0"/>
          <a:chOff x="0" y="0"/>
          <a:chExt cx="0" cy="0"/>
        </a:xfrm>
      </p:grpSpPr>
      <p:sp>
        <p:nvSpPr>
          <p:cNvPr id="1048771" name="Title 1"/>
          <p:cNvSpPr>
            <a:spLocks noGrp="1"/>
          </p:cNvSpPr>
          <p:nvPr>
            <p:ph type="title"/>
          </p:nvPr>
        </p:nvSpPr>
        <p:spPr/>
        <p:txBody>
          <a:bodyPr/>
          <a:p>
            <a:r>
              <a:rPr lang="en-US" smtClean="0"/>
              <a:t>Click to edit Master title style</a:t>
            </a:r>
            <a:endParaRPr lang="en-US"/>
          </a:p>
        </p:txBody>
      </p:sp>
      <p:sp>
        <p:nvSpPr>
          <p:cNvPr id="1048772" name="Content Placeholder 2"/>
          <p:cNvSpPr>
            <a:spLocks noGrp="1"/>
          </p:cNvSpPr>
          <p:nvPr>
            <p:ph idx="1"/>
          </p:nvPr>
        </p:nvSpPr>
        <p:spPr/>
        <p:txBody>
          <a:bodyPr/>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048773" name="Date Placeholder 3"/>
          <p:cNvSpPr>
            <a:spLocks noGrp="1"/>
          </p:cNvSpPr>
          <p:nvPr>
            <p:ph type="dt" sz="half" idx="10"/>
          </p:nvPr>
        </p:nvSpPr>
        <p:spPr/>
        <p:txBody>
          <a:bodyPr/>
          <a:p>
            <a:fld id="{1D8BD707-D9CF-40AE-B4C6-C98DA3205C09}" type="datetimeFigureOut">
              <a:rPr lang="en-US" smtClean="0"/>
              <a:t>8/1/2011</a:t>
            </a:fld>
            <a:endParaRPr lang="en-US"/>
          </a:p>
        </p:txBody>
      </p:sp>
      <p:sp>
        <p:nvSpPr>
          <p:cNvPr id="1048774" name="Footer Placeholder 4"/>
          <p:cNvSpPr>
            <a:spLocks noGrp="1"/>
          </p:cNvSpPr>
          <p:nvPr>
            <p:ph type="ftr" sz="quarter" idx="11"/>
          </p:nvPr>
        </p:nvSpPr>
        <p:spPr/>
        <p:txBody>
          <a:bodyPr/>
          <a:p>
            <a:endParaRPr lang="en-US"/>
          </a:p>
        </p:txBody>
      </p:sp>
      <p:sp>
        <p:nvSpPr>
          <p:cNvPr id="1048775" name="Slide Number Placeholder 5"/>
          <p:cNvSpPr>
            <a:spLocks noGrp="1"/>
          </p:cNvSpPr>
          <p:nvPr>
            <p:ph type="sldNum" sz="quarter" idx="12"/>
          </p:nvPr>
        </p:nvSpPr>
        <p:spPr/>
        <p:txBody>
          <a:bodyPr/>
          <a:p>
            <a:fld id="{B6F15528-21DE-4FAA-801E-634DDDAF4B2B}"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type="secHead">
  <p:cSld name="Section Header">
    <p:spTree>
      <p:nvGrpSpPr>
        <p:cNvPr id="109" name=""/>
        <p:cNvGrpSpPr/>
        <p:nvPr/>
      </p:nvGrpSpPr>
      <p:grpSpPr>
        <a:xfrm>
          <a:off x="0" y="0"/>
          <a:ext cx="0" cy="0"/>
          <a:chOff x="0" y="0"/>
          <a:chExt cx="0" cy="0"/>
        </a:xfrm>
      </p:grpSpPr>
      <p:sp>
        <p:nvSpPr>
          <p:cNvPr id="1048787" name="Title 1"/>
          <p:cNvSpPr>
            <a:spLocks noGrp="1"/>
          </p:cNvSpPr>
          <p:nvPr>
            <p:ph type="title"/>
          </p:nvPr>
        </p:nvSpPr>
        <p:spPr>
          <a:xfrm>
            <a:off x="722313" y="4406900"/>
            <a:ext cx="7772400" cy="1362075"/>
          </a:xfrm>
        </p:spPr>
        <p:txBody>
          <a:bodyPr anchor="t"/>
          <a:lstStyle>
            <a:lvl1pPr algn="l">
              <a:defRPr b="1" cap="all" sz="4000"/>
            </a:lvl1pPr>
          </a:lstStyle>
          <a:p>
            <a:r>
              <a:rPr lang="en-US" smtClean="0"/>
              <a:t>Click to edit Master title style</a:t>
            </a:r>
            <a:endParaRPr lang="en-US"/>
          </a:p>
        </p:txBody>
      </p:sp>
      <p:sp>
        <p:nvSpPr>
          <p:cNvPr id="1048788" name="Text Placeholder 2"/>
          <p:cNvSpPr>
            <a:spLocks noGrp="1"/>
          </p:cNvSpPr>
          <p:nvPr>
            <p:ph type="body" idx="1"/>
          </p:nvPr>
        </p:nvSpPr>
        <p:spPr>
          <a:xfrm>
            <a:off x="722313" y="2906713"/>
            <a:ext cx="7772400" cy="1500187"/>
          </a:xfrm>
        </p:spPr>
        <p:txBody>
          <a:bodyPr anchor="b"/>
          <a:lstStyle>
            <a:lvl1pPr indent="0" marL="0">
              <a:buNone/>
              <a:defRPr sz="2000">
                <a:solidFill>
                  <a:schemeClr val="tx1">
                    <a:tint val="75000"/>
                  </a:schemeClr>
                </a:solidFill>
              </a:defRPr>
            </a:lvl1pPr>
            <a:lvl2pPr indent="0" marL="457200">
              <a:buNone/>
              <a:defRPr sz="1800">
                <a:solidFill>
                  <a:schemeClr val="tx1">
                    <a:tint val="75000"/>
                  </a:schemeClr>
                </a:solidFill>
              </a:defRPr>
            </a:lvl2pPr>
            <a:lvl3pPr indent="0" marL="914400">
              <a:buNone/>
              <a:defRPr sz="1600">
                <a:solidFill>
                  <a:schemeClr val="tx1">
                    <a:tint val="75000"/>
                  </a:schemeClr>
                </a:solidFill>
              </a:defRPr>
            </a:lvl3pPr>
            <a:lvl4pPr indent="0" marL="1371600">
              <a:buNone/>
              <a:defRPr sz="1400">
                <a:solidFill>
                  <a:schemeClr val="tx1">
                    <a:tint val="75000"/>
                  </a:schemeClr>
                </a:solidFill>
              </a:defRPr>
            </a:lvl4pPr>
            <a:lvl5pPr indent="0" marL="1828800">
              <a:buNone/>
              <a:defRPr sz="1400">
                <a:solidFill>
                  <a:schemeClr val="tx1">
                    <a:tint val="75000"/>
                  </a:schemeClr>
                </a:solidFill>
              </a:defRPr>
            </a:lvl5pPr>
            <a:lvl6pPr indent="0" marL="2286000">
              <a:buNone/>
              <a:defRPr sz="1400">
                <a:solidFill>
                  <a:schemeClr val="tx1">
                    <a:tint val="75000"/>
                  </a:schemeClr>
                </a:solidFill>
              </a:defRPr>
            </a:lvl6pPr>
            <a:lvl7pPr indent="0" marL="2743200">
              <a:buNone/>
              <a:defRPr sz="1400">
                <a:solidFill>
                  <a:schemeClr val="tx1">
                    <a:tint val="75000"/>
                  </a:schemeClr>
                </a:solidFill>
              </a:defRPr>
            </a:lvl7pPr>
            <a:lvl8pPr indent="0" marL="3200400">
              <a:buNone/>
              <a:defRPr sz="1400">
                <a:solidFill>
                  <a:schemeClr val="tx1">
                    <a:tint val="75000"/>
                  </a:schemeClr>
                </a:solidFill>
              </a:defRPr>
            </a:lvl8pPr>
            <a:lvl9pPr indent="0" marL="3657600">
              <a:buNone/>
              <a:defRPr sz="1400">
                <a:solidFill>
                  <a:schemeClr val="tx1">
                    <a:tint val="75000"/>
                  </a:schemeClr>
                </a:solidFill>
              </a:defRPr>
            </a:lvl9pPr>
          </a:lstStyle>
          <a:p>
            <a:pPr lvl="0"/>
            <a:r>
              <a:rPr lang="en-US" smtClean="0"/>
              <a:t>Click to edit Master text styles</a:t>
            </a:r>
          </a:p>
        </p:txBody>
      </p:sp>
      <p:sp>
        <p:nvSpPr>
          <p:cNvPr id="1048789" name="Date Placeholder 3"/>
          <p:cNvSpPr>
            <a:spLocks noGrp="1"/>
          </p:cNvSpPr>
          <p:nvPr>
            <p:ph type="dt" sz="half" idx="10"/>
          </p:nvPr>
        </p:nvSpPr>
        <p:spPr/>
        <p:txBody>
          <a:bodyPr/>
          <a:p>
            <a:fld id="{1D8BD707-D9CF-40AE-B4C6-C98DA3205C09}" type="datetimeFigureOut">
              <a:rPr lang="en-US" smtClean="0"/>
              <a:t>8/1/2011</a:t>
            </a:fld>
            <a:endParaRPr lang="en-US"/>
          </a:p>
        </p:txBody>
      </p:sp>
      <p:sp>
        <p:nvSpPr>
          <p:cNvPr id="1048790" name="Footer Placeholder 4"/>
          <p:cNvSpPr>
            <a:spLocks noGrp="1"/>
          </p:cNvSpPr>
          <p:nvPr>
            <p:ph type="ftr" sz="quarter" idx="11"/>
          </p:nvPr>
        </p:nvSpPr>
        <p:spPr/>
        <p:txBody>
          <a:bodyPr/>
          <a:p>
            <a:endParaRPr lang="en-US"/>
          </a:p>
        </p:txBody>
      </p:sp>
      <p:sp>
        <p:nvSpPr>
          <p:cNvPr id="1048791" name="Slide Number Placeholder 5"/>
          <p:cNvSpPr>
            <a:spLocks noGrp="1"/>
          </p:cNvSpPr>
          <p:nvPr>
            <p:ph type="sldNum" sz="quarter" idx="12"/>
          </p:nvPr>
        </p:nvSpPr>
        <p:spPr/>
        <p:txBody>
          <a:bodyPr/>
          <a:p>
            <a:fld id="{B6F15528-21DE-4FAA-801E-634DDDAF4B2B}"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type="twoObj">
  <p:cSld name="Two Content">
    <p:spTree>
      <p:nvGrpSpPr>
        <p:cNvPr id="110" name=""/>
        <p:cNvGrpSpPr/>
        <p:nvPr/>
      </p:nvGrpSpPr>
      <p:grpSpPr>
        <a:xfrm>
          <a:off x="0" y="0"/>
          <a:ext cx="0" cy="0"/>
          <a:chOff x="0" y="0"/>
          <a:chExt cx="0" cy="0"/>
        </a:xfrm>
      </p:grpSpPr>
      <p:sp>
        <p:nvSpPr>
          <p:cNvPr id="1048792" name="Title 1"/>
          <p:cNvSpPr>
            <a:spLocks noGrp="1"/>
          </p:cNvSpPr>
          <p:nvPr>
            <p:ph type="title"/>
          </p:nvPr>
        </p:nvSpPr>
        <p:spPr/>
        <p:txBody>
          <a:bodyPr/>
          <a:p>
            <a:r>
              <a:rPr lang="en-US" smtClean="0"/>
              <a:t>Click to edit Master title style</a:t>
            </a:r>
            <a:endParaRPr lang="en-US"/>
          </a:p>
        </p:txBody>
      </p:sp>
      <p:sp>
        <p:nvSpPr>
          <p:cNvPr id="104879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04879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048795" name="Date Placeholder 4"/>
          <p:cNvSpPr>
            <a:spLocks noGrp="1"/>
          </p:cNvSpPr>
          <p:nvPr>
            <p:ph type="dt" sz="half" idx="10"/>
          </p:nvPr>
        </p:nvSpPr>
        <p:spPr/>
        <p:txBody>
          <a:bodyPr/>
          <a:p>
            <a:fld id="{1D8BD707-D9CF-40AE-B4C6-C98DA3205C09}" type="datetimeFigureOut">
              <a:rPr lang="en-US" smtClean="0"/>
              <a:t>8/1/2011</a:t>
            </a:fld>
            <a:endParaRPr lang="en-US"/>
          </a:p>
        </p:txBody>
      </p:sp>
      <p:sp>
        <p:nvSpPr>
          <p:cNvPr id="1048796" name="Footer Placeholder 5"/>
          <p:cNvSpPr>
            <a:spLocks noGrp="1"/>
          </p:cNvSpPr>
          <p:nvPr>
            <p:ph type="ftr" sz="quarter" idx="11"/>
          </p:nvPr>
        </p:nvSpPr>
        <p:spPr/>
        <p:txBody>
          <a:bodyPr/>
          <a:p>
            <a:endParaRPr lang="en-US"/>
          </a:p>
        </p:txBody>
      </p:sp>
      <p:sp>
        <p:nvSpPr>
          <p:cNvPr id="1048797" name="Slide Number Placeholder 6"/>
          <p:cNvSpPr>
            <a:spLocks noGrp="1"/>
          </p:cNvSpPr>
          <p:nvPr>
            <p:ph type="sldNum" sz="quarter" idx="12"/>
          </p:nvPr>
        </p:nvSpPr>
        <p:spPr/>
        <p:txBody>
          <a:bodyPr/>
          <a:p>
            <a:fld id="{B6F15528-21DE-4FAA-801E-634DDDAF4B2B}"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type="twoTxTwoObj">
  <p:cSld name="Comparison">
    <p:spTree>
      <p:nvGrpSpPr>
        <p:cNvPr id="111" name=""/>
        <p:cNvGrpSpPr/>
        <p:nvPr/>
      </p:nvGrpSpPr>
      <p:grpSpPr>
        <a:xfrm>
          <a:off x="0" y="0"/>
          <a:ext cx="0" cy="0"/>
          <a:chOff x="0" y="0"/>
          <a:chExt cx="0" cy="0"/>
        </a:xfrm>
      </p:grpSpPr>
      <p:sp>
        <p:nvSpPr>
          <p:cNvPr id="1048798" name="Title 1"/>
          <p:cNvSpPr>
            <a:spLocks noGrp="1"/>
          </p:cNvSpPr>
          <p:nvPr>
            <p:ph type="title"/>
          </p:nvPr>
        </p:nvSpPr>
        <p:spPr/>
        <p:txBody>
          <a:bodyPr/>
          <a:p>
            <a:r>
              <a:rPr lang="en-US" smtClean="0"/>
              <a:t>Click to edit Master title style</a:t>
            </a:r>
            <a:endParaRPr lang="en-US"/>
          </a:p>
        </p:txBody>
      </p:sp>
      <p:sp>
        <p:nvSpPr>
          <p:cNvPr id="1048799" name="Text Placeholder 2"/>
          <p:cNvSpPr>
            <a:spLocks noGrp="1"/>
          </p:cNvSpPr>
          <p:nvPr>
            <p:ph type="body" idx="1"/>
          </p:nvPr>
        </p:nvSpPr>
        <p:spPr>
          <a:xfrm>
            <a:off x="457200" y="1535113"/>
            <a:ext cx="4040188" cy="639762"/>
          </a:xfrm>
        </p:spPr>
        <p:txBody>
          <a:bodyPr anchor="b">
            <a:normAutofit fontScale="95833" lnSpcReduction="20000"/>
          </a:bodyPr>
          <a:lstStyle>
            <a:lvl1pPr indent="0" marL="0">
              <a:buNone/>
              <a:defRPr b="1" sz="2400"/>
            </a:lvl1pPr>
            <a:lvl2pPr indent="0" marL="457200">
              <a:buNone/>
              <a:defRPr b="1" sz="2000"/>
            </a:lvl2pPr>
            <a:lvl3pPr indent="0" marL="914400">
              <a:buNone/>
              <a:defRPr b="1" sz="1800"/>
            </a:lvl3pPr>
            <a:lvl4pPr indent="0" marL="1371600">
              <a:buNone/>
              <a:defRPr b="1" sz="1600"/>
            </a:lvl4pPr>
            <a:lvl5pPr indent="0" marL="1828800">
              <a:buNone/>
              <a:defRPr b="1" sz="1600"/>
            </a:lvl5pPr>
            <a:lvl6pPr indent="0" marL="2286000">
              <a:buNone/>
              <a:defRPr b="1" sz="1600"/>
            </a:lvl6pPr>
            <a:lvl7pPr indent="0" marL="2743200">
              <a:buNone/>
              <a:defRPr b="1" sz="1600"/>
            </a:lvl7pPr>
            <a:lvl8pPr indent="0" marL="3200400">
              <a:buNone/>
              <a:defRPr b="1" sz="1600"/>
            </a:lvl8pPr>
            <a:lvl9pPr indent="0" marL="3657600">
              <a:buNone/>
              <a:defRPr b="1" sz="1600"/>
            </a:lvl9pPr>
          </a:lstStyle>
          <a:p>
            <a:pPr lvl="0"/>
            <a:r>
              <a:rPr lang="en-US" smtClean="0"/>
              <a:t>Click to edit Master text styles</a:t>
            </a:r>
          </a:p>
        </p:txBody>
      </p:sp>
      <p:sp>
        <p:nvSpPr>
          <p:cNvPr id="1048800"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048801" name="Text Placeholder 4"/>
          <p:cNvSpPr>
            <a:spLocks noGrp="1"/>
          </p:cNvSpPr>
          <p:nvPr>
            <p:ph type="body" sz="quarter" idx="3"/>
          </p:nvPr>
        </p:nvSpPr>
        <p:spPr>
          <a:xfrm>
            <a:off x="4645025" y="1535113"/>
            <a:ext cx="4041775" cy="639762"/>
          </a:xfrm>
        </p:spPr>
        <p:txBody>
          <a:bodyPr anchor="b">
            <a:normAutofit fontScale="95833" lnSpcReduction="20000"/>
          </a:bodyPr>
          <a:lstStyle>
            <a:lvl1pPr indent="0" marL="0">
              <a:buNone/>
              <a:defRPr b="1" sz="2400"/>
            </a:lvl1pPr>
            <a:lvl2pPr indent="0" marL="457200">
              <a:buNone/>
              <a:defRPr b="1" sz="2000"/>
            </a:lvl2pPr>
            <a:lvl3pPr indent="0" marL="914400">
              <a:buNone/>
              <a:defRPr b="1" sz="1800"/>
            </a:lvl3pPr>
            <a:lvl4pPr indent="0" marL="1371600">
              <a:buNone/>
              <a:defRPr b="1" sz="1600"/>
            </a:lvl4pPr>
            <a:lvl5pPr indent="0" marL="1828800">
              <a:buNone/>
              <a:defRPr b="1" sz="1600"/>
            </a:lvl5pPr>
            <a:lvl6pPr indent="0" marL="2286000">
              <a:buNone/>
              <a:defRPr b="1" sz="1600"/>
            </a:lvl6pPr>
            <a:lvl7pPr indent="0" marL="2743200">
              <a:buNone/>
              <a:defRPr b="1" sz="1600"/>
            </a:lvl7pPr>
            <a:lvl8pPr indent="0" marL="3200400">
              <a:buNone/>
              <a:defRPr b="1" sz="1600"/>
            </a:lvl8pPr>
            <a:lvl9pPr indent="0" marL="3657600">
              <a:buNone/>
              <a:defRPr b="1" sz="1600"/>
            </a:lvl9pPr>
          </a:lstStyle>
          <a:p>
            <a:pPr lvl="0"/>
            <a:r>
              <a:rPr lang="en-US" smtClean="0"/>
              <a:t>Click to edit Master text styles</a:t>
            </a:r>
          </a:p>
        </p:txBody>
      </p:sp>
      <p:sp>
        <p:nvSpPr>
          <p:cNvPr id="1048802"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048803" name="Date Placeholder 6"/>
          <p:cNvSpPr>
            <a:spLocks noGrp="1"/>
          </p:cNvSpPr>
          <p:nvPr>
            <p:ph type="dt" sz="half" idx="10"/>
          </p:nvPr>
        </p:nvSpPr>
        <p:spPr/>
        <p:txBody>
          <a:bodyPr/>
          <a:p>
            <a:fld id="{1D8BD707-D9CF-40AE-B4C6-C98DA3205C09}" type="datetimeFigureOut">
              <a:rPr lang="en-US" smtClean="0"/>
              <a:t>8/1/2011</a:t>
            </a:fld>
            <a:endParaRPr lang="en-US"/>
          </a:p>
        </p:txBody>
      </p:sp>
      <p:sp>
        <p:nvSpPr>
          <p:cNvPr id="1048804" name="Footer Placeholder 7"/>
          <p:cNvSpPr>
            <a:spLocks noGrp="1"/>
          </p:cNvSpPr>
          <p:nvPr>
            <p:ph type="ftr" sz="quarter" idx="11"/>
          </p:nvPr>
        </p:nvSpPr>
        <p:spPr/>
        <p:txBody>
          <a:bodyPr/>
          <a:p>
            <a:endParaRPr lang="en-US"/>
          </a:p>
        </p:txBody>
      </p:sp>
      <p:sp>
        <p:nvSpPr>
          <p:cNvPr id="1048805" name="Slide Number Placeholder 8"/>
          <p:cNvSpPr>
            <a:spLocks noGrp="1"/>
          </p:cNvSpPr>
          <p:nvPr>
            <p:ph type="sldNum" sz="quarter" idx="12"/>
          </p:nvPr>
        </p:nvSpPr>
        <p:spPr/>
        <p:txBody>
          <a:bodyPr/>
          <a:p>
            <a:fld id="{B6F15528-21DE-4FAA-801E-634DDDAF4B2B}"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type="titleOnly">
  <p:cSld name="Title Only">
    <p:spTree>
      <p:nvGrpSpPr>
        <p:cNvPr id="104" name=""/>
        <p:cNvGrpSpPr/>
        <p:nvPr/>
      </p:nvGrpSpPr>
      <p:grpSpPr>
        <a:xfrm>
          <a:off x="0" y="0"/>
          <a:ext cx="0" cy="0"/>
          <a:chOff x="0" y="0"/>
          <a:chExt cx="0" cy="0"/>
        </a:xfrm>
      </p:grpSpPr>
      <p:sp>
        <p:nvSpPr>
          <p:cNvPr id="1048762" name="Title 1"/>
          <p:cNvSpPr>
            <a:spLocks noGrp="1"/>
          </p:cNvSpPr>
          <p:nvPr>
            <p:ph type="title"/>
          </p:nvPr>
        </p:nvSpPr>
        <p:spPr/>
        <p:txBody>
          <a:bodyPr/>
          <a:p>
            <a:r>
              <a:rPr lang="en-US" smtClean="0"/>
              <a:t>Click to edit Master title style</a:t>
            </a:r>
            <a:endParaRPr lang="en-US"/>
          </a:p>
        </p:txBody>
      </p:sp>
      <p:sp>
        <p:nvSpPr>
          <p:cNvPr id="1048763" name="Date Placeholder 2"/>
          <p:cNvSpPr>
            <a:spLocks noGrp="1"/>
          </p:cNvSpPr>
          <p:nvPr>
            <p:ph type="dt" sz="half" idx="10"/>
          </p:nvPr>
        </p:nvSpPr>
        <p:spPr/>
        <p:txBody>
          <a:bodyPr/>
          <a:p>
            <a:fld id="{1D8BD707-D9CF-40AE-B4C6-C98DA3205C09}" type="datetimeFigureOut">
              <a:rPr lang="en-US" smtClean="0"/>
              <a:t>8/1/2011</a:t>
            </a:fld>
            <a:endParaRPr lang="en-US"/>
          </a:p>
        </p:txBody>
      </p:sp>
      <p:sp>
        <p:nvSpPr>
          <p:cNvPr id="1048764" name="Footer Placeholder 3"/>
          <p:cNvSpPr>
            <a:spLocks noGrp="1"/>
          </p:cNvSpPr>
          <p:nvPr>
            <p:ph type="ftr" sz="quarter" idx="11"/>
          </p:nvPr>
        </p:nvSpPr>
        <p:spPr/>
        <p:txBody>
          <a:bodyPr/>
          <a:p>
            <a:endParaRPr lang="en-US"/>
          </a:p>
        </p:txBody>
      </p:sp>
      <p:sp>
        <p:nvSpPr>
          <p:cNvPr id="1048765" name="Slide Number Placeholder 4"/>
          <p:cNvSpPr>
            <a:spLocks noGrp="1"/>
          </p:cNvSpPr>
          <p:nvPr>
            <p:ph type="sldNum" sz="quarter" idx="12"/>
          </p:nvPr>
        </p:nvSpPr>
        <p:spPr/>
        <p:txBody>
          <a:bodyPr/>
          <a:p>
            <a:fld id="{B6F15528-21DE-4FAA-801E-634DDDAF4B2B}"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type="blank">
  <p:cSld name="Blank">
    <p:spTree>
      <p:nvGrpSpPr>
        <p:cNvPr id="24" name=""/>
        <p:cNvGrpSpPr/>
        <p:nvPr/>
      </p:nvGrpSpPr>
      <p:grpSpPr>
        <a:xfrm>
          <a:off x="0" y="0"/>
          <a:ext cx="0" cy="0"/>
          <a:chOff x="0" y="0"/>
          <a:chExt cx="0" cy="0"/>
        </a:xfrm>
      </p:grpSpPr>
      <p:sp>
        <p:nvSpPr>
          <p:cNvPr id="1048581" name="Date Placeholder 1"/>
          <p:cNvSpPr>
            <a:spLocks noGrp="1"/>
          </p:cNvSpPr>
          <p:nvPr>
            <p:ph type="dt" sz="half" idx="10"/>
          </p:nvPr>
        </p:nvSpPr>
        <p:spPr/>
        <p:txBody>
          <a:bodyPr/>
          <a:p>
            <a:fld id="{1D8BD707-D9CF-40AE-B4C6-C98DA3205C09}" type="datetimeFigureOut">
              <a:rPr lang="en-US" smtClean="0"/>
              <a:t>8/1/2011</a:t>
            </a:fld>
            <a:endParaRPr lang="en-US"/>
          </a:p>
        </p:txBody>
      </p:sp>
      <p:sp>
        <p:nvSpPr>
          <p:cNvPr id="1048582" name="Footer Placeholder 2"/>
          <p:cNvSpPr>
            <a:spLocks noGrp="1"/>
          </p:cNvSpPr>
          <p:nvPr>
            <p:ph type="ftr" sz="quarter" idx="11"/>
          </p:nvPr>
        </p:nvSpPr>
        <p:spPr/>
        <p:txBody>
          <a:bodyPr/>
          <a:p>
            <a:endParaRPr lang="en-US"/>
          </a:p>
        </p:txBody>
      </p:sp>
      <p:sp>
        <p:nvSpPr>
          <p:cNvPr id="1048583" name="Slide Number Placeholder 3"/>
          <p:cNvSpPr>
            <a:spLocks noGrp="1"/>
          </p:cNvSpPr>
          <p:nvPr>
            <p:ph type="sldNum" sz="quarter" idx="12"/>
          </p:nvPr>
        </p:nvSpPr>
        <p:spPr/>
        <p:txBody>
          <a:bodyPr/>
          <a:p>
            <a:fld id="{B6F15528-21DE-4FAA-801E-634DDDAF4B2B}"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type="objTx">
  <p:cSld name="Content with Caption">
    <p:spTree>
      <p:nvGrpSpPr>
        <p:cNvPr id="112" name=""/>
        <p:cNvGrpSpPr/>
        <p:nvPr/>
      </p:nvGrpSpPr>
      <p:grpSpPr>
        <a:xfrm>
          <a:off x="0" y="0"/>
          <a:ext cx="0" cy="0"/>
          <a:chOff x="0" y="0"/>
          <a:chExt cx="0" cy="0"/>
        </a:xfrm>
      </p:grpSpPr>
      <p:sp>
        <p:nvSpPr>
          <p:cNvPr id="1048806" name="Title 1"/>
          <p:cNvSpPr>
            <a:spLocks noGrp="1"/>
          </p:cNvSpPr>
          <p:nvPr>
            <p:ph type="title"/>
          </p:nvPr>
        </p:nvSpPr>
        <p:spPr>
          <a:xfrm>
            <a:off x="457200" y="273050"/>
            <a:ext cx="3008313" cy="1162050"/>
          </a:xfrm>
        </p:spPr>
        <p:txBody>
          <a:bodyPr anchor="b"/>
          <a:lstStyle>
            <a:lvl1pPr algn="l">
              <a:defRPr b="1" sz="2000"/>
            </a:lvl1pPr>
          </a:lstStyle>
          <a:p>
            <a:r>
              <a:rPr lang="en-US" smtClean="0"/>
              <a:t>Click to edit Master title style</a:t>
            </a:r>
            <a:endParaRPr lang="en-US"/>
          </a:p>
        </p:txBody>
      </p:sp>
      <p:sp>
        <p:nvSpPr>
          <p:cNvPr id="1048807"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048808" name="Text Placeholder 3"/>
          <p:cNvSpPr>
            <a:spLocks noGrp="1"/>
          </p:cNvSpPr>
          <p:nvPr>
            <p:ph type="body" sz="half" idx="2"/>
          </p:nvPr>
        </p:nvSpPr>
        <p:spPr>
          <a:xfrm>
            <a:off x="457200" y="1435100"/>
            <a:ext cx="3008313" cy="4691063"/>
          </a:xfrm>
        </p:spPr>
        <p:txBody>
          <a:bodyPr/>
          <a:lstStyle>
            <a:lvl1pPr indent="0" marL="0">
              <a:buNone/>
              <a:defRPr sz="1400"/>
            </a:lvl1pPr>
            <a:lvl2pPr indent="0" marL="457200">
              <a:buNone/>
              <a:defRPr sz="1200"/>
            </a:lvl2pPr>
            <a:lvl3pPr indent="0" marL="914400">
              <a:buNone/>
              <a:defRPr sz="1000"/>
            </a:lvl3pPr>
            <a:lvl4pPr indent="0" marL="1371600">
              <a:buNone/>
              <a:defRPr sz="900"/>
            </a:lvl4pPr>
            <a:lvl5pPr indent="0" marL="1828800">
              <a:buNone/>
              <a:defRPr sz="900"/>
            </a:lvl5pPr>
            <a:lvl6pPr indent="0" marL="2286000">
              <a:buNone/>
              <a:defRPr sz="900"/>
            </a:lvl6pPr>
            <a:lvl7pPr indent="0" marL="2743200">
              <a:buNone/>
              <a:defRPr sz="900"/>
            </a:lvl7pPr>
            <a:lvl8pPr indent="0" marL="3200400">
              <a:buNone/>
              <a:defRPr sz="900"/>
            </a:lvl8pPr>
            <a:lvl9pPr indent="0" marL="3657600">
              <a:buNone/>
              <a:defRPr sz="900"/>
            </a:lvl9pPr>
          </a:lstStyle>
          <a:p>
            <a:pPr lvl="0"/>
            <a:r>
              <a:rPr lang="en-US" smtClean="0"/>
              <a:t>Click to edit Master text styles</a:t>
            </a:r>
          </a:p>
        </p:txBody>
      </p:sp>
      <p:sp>
        <p:nvSpPr>
          <p:cNvPr id="1048809" name="Date Placeholder 4"/>
          <p:cNvSpPr>
            <a:spLocks noGrp="1"/>
          </p:cNvSpPr>
          <p:nvPr>
            <p:ph type="dt" sz="half" idx="10"/>
          </p:nvPr>
        </p:nvSpPr>
        <p:spPr/>
        <p:txBody>
          <a:bodyPr/>
          <a:p>
            <a:fld id="{1D8BD707-D9CF-40AE-B4C6-C98DA3205C09}" type="datetimeFigureOut">
              <a:rPr lang="en-US" smtClean="0"/>
              <a:t>8/1/2011</a:t>
            </a:fld>
            <a:endParaRPr lang="en-US"/>
          </a:p>
        </p:txBody>
      </p:sp>
      <p:sp>
        <p:nvSpPr>
          <p:cNvPr id="1048810" name="Footer Placeholder 5"/>
          <p:cNvSpPr>
            <a:spLocks noGrp="1"/>
          </p:cNvSpPr>
          <p:nvPr>
            <p:ph type="ftr" sz="quarter" idx="11"/>
          </p:nvPr>
        </p:nvSpPr>
        <p:spPr/>
        <p:txBody>
          <a:bodyPr/>
          <a:p>
            <a:endParaRPr lang="en-US"/>
          </a:p>
        </p:txBody>
      </p:sp>
      <p:sp>
        <p:nvSpPr>
          <p:cNvPr id="1048811" name="Slide Number Placeholder 6"/>
          <p:cNvSpPr>
            <a:spLocks noGrp="1"/>
          </p:cNvSpPr>
          <p:nvPr>
            <p:ph type="sldNum" sz="quarter" idx="12"/>
          </p:nvPr>
        </p:nvSpPr>
        <p:spPr/>
        <p:txBody>
          <a:bodyPr/>
          <a:p>
            <a:fld id="{B6F15528-21DE-4FAA-801E-634DDDAF4B2B}"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type="picTx">
  <p:cSld name="Picture with Caption">
    <p:spTree>
      <p:nvGrpSpPr>
        <p:cNvPr id="107" name=""/>
        <p:cNvGrpSpPr/>
        <p:nvPr/>
      </p:nvGrpSpPr>
      <p:grpSpPr>
        <a:xfrm>
          <a:off x="0" y="0"/>
          <a:ext cx="0" cy="0"/>
          <a:chOff x="0" y="0"/>
          <a:chExt cx="0" cy="0"/>
        </a:xfrm>
      </p:grpSpPr>
      <p:sp>
        <p:nvSpPr>
          <p:cNvPr id="1048776" name="Title 1"/>
          <p:cNvSpPr>
            <a:spLocks noGrp="1"/>
          </p:cNvSpPr>
          <p:nvPr>
            <p:ph type="title"/>
          </p:nvPr>
        </p:nvSpPr>
        <p:spPr>
          <a:xfrm>
            <a:off x="1792288" y="4800600"/>
            <a:ext cx="5486400" cy="566738"/>
          </a:xfrm>
        </p:spPr>
        <p:txBody>
          <a:bodyPr anchor="b"/>
          <a:lstStyle>
            <a:lvl1pPr algn="l">
              <a:defRPr b="1" sz="2000"/>
            </a:lvl1pPr>
          </a:lstStyle>
          <a:p>
            <a:r>
              <a:rPr lang="en-US" smtClean="0"/>
              <a:t>Click to edit Master title style</a:t>
            </a:r>
            <a:endParaRPr lang="en-US"/>
          </a:p>
        </p:txBody>
      </p:sp>
      <p:sp>
        <p:nvSpPr>
          <p:cNvPr id="1048777" name="Picture Placeholder 2"/>
          <p:cNvSpPr>
            <a:spLocks noGrp="1"/>
          </p:cNvSpPr>
          <p:nvPr>
            <p:ph type="pic" idx="1"/>
          </p:nvPr>
        </p:nvSpPr>
        <p:spPr>
          <a:xfrm>
            <a:off x="1792288" y="612775"/>
            <a:ext cx="5486400" cy="4114800"/>
          </a:xfrm>
        </p:spPr>
        <p:txBody>
          <a:bodyPr/>
          <a:lstStyle>
            <a:lvl1pPr indent="0" marL="0">
              <a:buNone/>
              <a:defRPr sz="3200"/>
            </a:lvl1pPr>
            <a:lvl2pPr indent="0" marL="457200">
              <a:buNone/>
              <a:defRPr sz="2800"/>
            </a:lvl2pPr>
            <a:lvl3pPr indent="0" marL="914400">
              <a:buNone/>
              <a:defRPr sz="2400"/>
            </a:lvl3pPr>
            <a:lvl4pPr indent="0" marL="1371600">
              <a:buNone/>
              <a:defRPr sz="2000"/>
            </a:lvl4pPr>
            <a:lvl5pPr indent="0" marL="1828800">
              <a:buNone/>
              <a:defRPr sz="2000"/>
            </a:lvl5pPr>
            <a:lvl6pPr indent="0" marL="2286000">
              <a:buNone/>
              <a:defRPr sz="2000"/>
            </a:lvl6pPr>
            <a:lvl7pPr indent="0" marL="2743200">
              <a:buNone/>
              <a:defRPr sz="2000"/>
            </a:lvl7pPr>
            <a:lvl8pPr indent="0" marL="3200400">
              <a:buNone/>
              <a:defRPr sz="2000"/>
            </a:lvl8pPr>
            <a:lvl9pPr indent="0" marL="3657600">
              <a:buNone/>
              <a:defRPr sz="2000"/>
            </a:lvl9pPr>
          </a:lstStyle>
          <a:p>
            <a:endParaRPr lang="en-US"/>
          </a:p>
        </p:txBody>
      </p:sp>
      <p:sp>
        <p:nvSpPr>
          <p:cNvPr id="1048778" name="Text Placeholder 3"/>
          <p:cNvSpPr>
            <a:spLocks noGrp="1"/>
          </p:cNvSpPr>
          <p:nvPr>
            <p:ph type="body" sz="half" idx="2"/>
          </p:nvPr>
        </p:nvSpPr>
        <p:spPr>
          <a:xfrm>
            <a:off x="1792288" y="5367338"/>
            <a:ext cx="5486400" cy="804862"/>
          </a:xfrm>
        </p:spPr>
        <p:txBody>
          <a:bodyPr/>
          <a:lstStyle>
            <a:lvl1pPr indent="0" marL="0">
              <a:buNone/>
              <a:defRPr sz="1400"/>
            </a:lvl1pPr>
            <a:lvl2pPr indent="0" marL="457200">
              <a:buNone/>
              <a:defRPr sz="1200"/>
            </a:lvl2pPr>
            <a:lvl3pPr indent="0" marL="914400">
              <a:buNone/>
              <a:defRPr sz="1000"/>
            </a:lvl3pPr>
            <a:lvl4pPr indent="0" marL="1371600">
              <a:buNone/>
              <a:defRPr sz="900"/>
            </a:lvl4pPr>
            <a:lvl5pPr indent="0" marL="1828800">
              <a:buNone/>
              <a:defRPr sz="900"/>
            </a:lvl5pPr>
            <a:lvl6pPr indent="0" marL="2286000">
              <a:buNone/>
              <a:defRPr sz="900"/>
            </a:lvl6pPr>
            <a:lvl7pPr indent="0" marL="2743200">
              <a:buNone/>
              <a:defRPr sz="900"/>
            </a:lvl7pPr>
            <a:lvl8pPr indent="0" marL="3200400">
              <a:buNone/>
              <a:defRPr sz="900"/>
            </a:lvl8pPr>
            <a:lvl9pPr indent="0" marL="3657600">
              <a:buNone/>
              <a:defRPr sz="900"/>
            </a:lvl9pPr>
          </a:lstStyle>
          <a:p>
            <a:pPr lvl="0"/>
            <a:r>
              <a:rPr lang="en-US" smtClean="0"/>
              <a:t>Click to edit Master text styles</a:t>
            </a:r>
          </a:p>
        </p:txBody>
      </p:sp>
      <p:sp>
        <p:nvSpPr>
          <p:cNvPr id="1048779" name="Date Placeholder 4"/>
          <p:cNvSpPr>
            <a:spLocks noGrp="1"/>
          </p:cNvSpPr>
          <p:nvPr>
            <p:ph type="dt" sz="half" idx="10"/>
          </p:nvPr>
        </p:nvSpPr>
        <p:spPr/>
        <p:txBody>
          <a:bodyPr/>
          <a:p>
            <a:fld id="{1D8BD707-D9CF-40AE-B4C6-C98DA3205C09}" type="datetimeFigureOut">
              <a:rPr lang="en-US" smtClean="0"/>
              <a:t>8/1/2011</a:t>
            </a:fld>
            <a:endParaRPr lang="en-US"/>
          </a:p>
        </p:txBody>
      </p:sp>
      <p:sp>
        <p:nvSpPr>
          <p:cNvPr id="1048780" name="Footer Placeholder 5"/>
          <p:cNvSpPr>
            <a:spLocks noGrp="1"/>
          </p:cNvSpPr>
          <p:nvPr>
            <p:ph type="ftr" sz="quarter" idx="11"/>
          </p:nvPr>
        </p:nvSpPr>
        <p:spPr/>
        <p:txBody>
          <a:bodyPr/>
          <a:p>
            <a:endParaRPr lang="en-US"/>
          </a:p>
        </p:txBody>
      </p:sp>
      <p:sp>
        <p:nvSpPr>
          <p:cNvPr id="1048781" name="Slide Number Placeholder 6"/>
          <p:cNvSpPr>
            <a:spLocks noGrp="1"/>
          </p:cNvSpPr>
          <p:nvPr>
            <p:ph type="sldNum" sz="quarter" idx="12"/>
          </p:nvPr>
        </p:nvSpPr>
        <p:spPr/>
        <p:txBody>
          <a:bodyPr/>
          <a:p>
            <a:fld id="{B6F15528-21DE-4FAA-801E-634DDDAF4B2B}"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type="vertTx">
  <p:cSld name="Title and Vertical Text">
    <p:spTree>
      <p:nvGrpSpPr>
        <p:cNvPr id="108" name=""/>
        <p:cNvGrpSpPr/>
        <p:nvPr/>
      </p:nvGrpSpPr>
      <p:grpSpPr>
        <a:xfrm>
          <a:off x="0" y="0"/>
          <a:ext cx="0" cy="0"/>
          <a:chOff x="0" y="0"/>
          <a:chExt cx="0" cy="0"/>
        </a:xfrm>
      </p:grpSpPr>
      <p:sp>
        <p:nvSpPr>
          <p:cNvPr id="1048782" name="Title 1"/>
          <p:cNvSpPr>
            <a:spLocks noGrp="1"/>
          </p:cNvSpPr>
          <p:nvPr>
            <p:ph type="title"/>
          </p:nvPr>
        </p:nvSpPr>
        <p:spPr/>
        <p:txBody>
          <a:bodyPr/>
          <a:p>
            <a:r>
              <a:rPr lang="en-US" smtClean="0"/>
              <a:t>Click to edit Master title style</a:t>
            </a:r>
            <a:endParaRPr lang="en-US"/>
          </a:p>
        </p:txBody>
      </p:sp>
      <p:sp>
        <p:nvSpPr>
          <p:cNvPr id="1048783" name="Vertical Text Placeholder 2"/>
          <p:cNvSpPr>
            <a:spLocks noGrp="1"/>
          </p:cNvSpPr>
          <p:nvPr>
            <p:ph type="body" orient="vert" idx="1"/>
          </p:nvPr>
        </p:nvSpPr>
        <p:spPr/>
        <p:txBody>
          <a:bodyPr vert="eaVert"/>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048784" name="Date Placeholder 3"/>
          <p:cNvSpPr>
            <a:spLocks noGrp="1"/>
          </p:cNvSpPr>
          <p:nvPr>
            <p:ph type="dt" sz="half" idx="10"/>
          </p:nvPr>
        </p:nvSpPr>
        <p:spPr/>
        <p:txBody>
          <a:bodyPr/>
          <a:p>
            <a:fld id="{1D8BD707-D9CF-40AE-B4C6-C98DA3205C09}" type="datetimeFigureOut">
              <a:rPr lang="en-US" smtClean="0"/>
              <a:t>8/1/2011</a:t>
            </a:fld>
            <a:endParaRPr lang="en-US"/>
          </a:p>
        </p:txBody>
      </p:sp>
      <p:sp>
        <p:nvSpPr>
          <p:cNvPr id="1048785" name="Footer Placeholder 4"/>
          <p:cNvSpPr>
            <a:spLocks noGrp="1"/>
          </p:cNvSpPr>
          <p:nvPr>
            <p:ph type="ftr" sz="quarter" idx="11"/>
          </p:nvPr>
        </p:nvSpPr>
        <p:spPr/>
        <p:txBody>
          <a:bodyPr/>
          <a:p>
            <a:endParaRPr lang="en-US"/>
          </a:p>
        </p:txBody>
      </p:sp>
      <p:sp>
        <p:nvSpPr>
          <p:cNvPr id="1048786" name="Slide Number Placeholder 5"/>
          <p:cNvSpPr>
            <a:spLocks noGrp="1"/>
          </p:cNvSpPr>
          <p:nvPr>
            <p:ph type="sldNum" sz="quarter" idx="12"/>
          </p:nvPr>
        </p:nvSpPr>
        <p:spPr/>
        <p:txBody>
          <a:bodyPr/>
          <a:p>
            <a:fld id="{B6F15528-21DE-4FAA-801E-634DDDAF4B2B}"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type="vertTitleAndTx">
  <p:cSld name="Vertical Title and Text">
    <p:spTree>
      <p:nvGrpSpPr>
        <p:cNvPr id="105" name=""/>
        <p:cNvGrpSpPr/>
        <p:nvPr/>
      </p:nvGrpSpPr>
      <p:grpSpPr>
        <a:xfrm>
          <a:off x="0" y="0"/>
          <a:ext cx="0" cy="0"/>
          <a:chOff x="0" y="0"/>
          <a:chExt cx="0" cy="0"/>
        </a:xfrm>
      </p:grpSpPr>
      <p:sp>
        <p:nvSpPr>
          <p:cNvPr id="1048766" name="Vertical Title 1"/>
          <p:cNvSpPr>
            <a:spLocks noGrp="1"/>
          </p:cNvSpPr>
          <p:nvPr>
            <p:ph type="title" orient="vert"/>
          </p:nvPr>
        </p:nvSpPr>
        <p:spPr>
          <a:xfrm>
            <a:off x="6629400" y="274638"/>
            <a:ext cx="2057400" cy="5851525"/>
          </a:xfrm>
        </p:spPr>
        <p:txBody>
          <a:bodyPr vert="eaVert"/>
          <a:p>
            <a:r>
              <a:rPr lang="en-US" smtClean="0"/>
              <a:t>Click to edit Master title style</a:t>
            </a:r>
            <a:endParaRPr lang="en-US"/>
          </a:p>
        </p:txBody>
      </p:sp>
      <p:sp>
        <p:nvSpPr>
          <p:cNvPr id="1048767" name="Vertical Text Placeholder 2"/>
          <p:cNvSpPr>
            <a:spLocks noGrp="1"/>
          </p:cNvSpPr>
          <p:nvPr>
            <p:ph type="body" orient="vert" idx="1"/>
          </p:nvPr>
        </p:nvSpPr>
        <p:spPr>
          <a:xfrm>
            <a:off x="457200" y="274638"/>
            <a:ext cx="6019800" cy="5851525"/>
          </a:xfrm>
        </p:spPr>
        <p:txBody>
          <a:bodyPr vert="eaVert"/>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048768" name="Date Placeholder 3"/>
          <p:cNvSpPr>
            <a:spLocks noGrp="1"/>
          </p:cNvSpPr>
          <p:nvPr>
            <p:ph type="dt" sz="half" idx="10"/>
          </p:nvPr>
        </p:nvSpPr>
        <p:spPr/>
        <p:txBody>
          <a:bodyPr/>
          <a:p>
            <a:fld id="{1D8BD707-D9CF-40AE-B4C6-C98DA3205C09}" type="datetimeFigureOut">
              <a:rPr lang="en-US" smtClean="0"/>
              <a:t>8/1/2011</a:t>
            </a:fld>
            <a:endParaRPr lang="en-US"/>
          </a:p>
        </p:txBody>
      </p:sp>
      <p:sp>
        <p:nvSpPr>
          <p:cNvPr id="1048769" name="Footer Placeholder 4"/>
          <p:cNvSpPr>
            <a:spLocks noGrp="1"/>
          </p:cNvSpPr>
          <p:nvPr>
            <p:ph type="ftr" sz="quarter" idx="11"/>
          </p:nvPr>
        </p:nvSpPr>
        <p:spPr/>
        <p:txBody>
          <a:bodyPr/>
          <a:p>
            <a:endParaRPr lang="en-US"/>
          </a:p>
        </p:txBody>
      </p:sp>
      <p:sp>
        <p:nvSpPr>
          <p:cNvPr id="1048770" name="Slide Number Placeholder 5"/>
          <p:cNvSpPr>
            <a:spLocks noGrp="1"/>
          </p:cNvSpPr>
          <p:nvPr>
            <p:ph type="sldNum" sz="quarter" idx="12"/>
          </p:nvPr>
        </p:nvSpPr>
        <p:spPr/>
        <p:txBody>
          <a:bodyPr/>
          <a:p>
            <a:fld id="{B6F15528-21DE-4FAA-801E-634DDDAF4B2B}"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2" name=""/>
        <p:cNvGrpSpPr/>
        <p:nvPr/>
      </p:nvGrpSpPr>
      <p:grpSpPr>
        <a:xfrm>
          <a:off x="0" y="0"/>
          <a:ext cx="0" cy="0"/>
          <a:chOff x="0" y="0"/>
          <a:chExt cx="0" cy="0"/>
        </a:xfrm>
      </p:grpSpPr>
      <p:sp>
        <p:nvSpPr>
          <p:cNvPr id="1048576" name="Title Placeholder 1"/>
          <p:cNvSpPr>
            <a:spLocks noGrp="1"/>
          </p:cNvSpPr>
          <p:nvPr>
            <p:ph type="title"/>
          </p:nvPr>
        </p:nvSpPr>
        <p:spPr>
          <a:xfrm>
            <a:off x="457200" y="274638"/>
            <a:ext cx="8229600" cy="1143000"/>
          </a:xfrm>
          <a:prstGeom prst="rect"/>
        </p:spPr>
        <p:txBody>
          <a:bodyPr anchor="ctr" bIns="45720" lIns="91440" rIns="91440" rtlCol="0" tIns="45720" vert="horz">
            <a:normAutofit/>
          </a:bodyPr>
          <a:p>
            <a:r>
              <a:rPr lang="en-US" smtClean="0"/>
              <a:t>Click to edit Master title style</a:t>
            </a:r>
            <a:endParaRPr lang="en-US"/>
          </a:p>
        </p:txBody>
      </p:sp>
      <p:sp>
        <p:nvSpPr>
          <p:cNvPr id="1048577" name="Text Placeholder 2"/>
          <p:cNvSpPr>
            <a:spLocks noGrp="1"/>
          </p:cNvSpPr>
          <p:nvPr>
            <p:ph type="body" idx="1"/>
          </p:nvPr>
        </p:nvSpPr>
        <p:spPr>
          <a:xfrm>
            <a:off x="457200" y="1600200"/>
            <a:ext cx="8229600" cy="4525963"/>
          </a:xfrm>
          <a:prstGeom prst="rect"/>
        </p:spPr>
        <p:txBody>
          <a:bodyPr bIns="45720" lIns="91440" rIns="91440" rtlCol="0" tIns="45720" vert="horz">
            <a:normAutofit/>
          </a:bodyPr>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048578" name="Date Placeholder 3"/>
          <p:cNvSpPr>
            <a:spLocks noGrp="1"/>
          </p:cNvSpPr>
          <p:nvPr>
            <p:ph type="dt" sz="half" idx="2"/>
          </p:nvPr>
        </p:nvSpPr>
        <p:spPr>
          <a:xfrm>
            <a:off x="457200" y="6356350"/>
            <a:ext cx="2133600" cy="365125"/>
          </a:xfrm>
          <a:prstGeom prst="rect"/>
        </p:spPr>
        <p:txBody>
          <a:bodyPr anchor="ctr" bIns="45720" lIns="91440" rIns="91440" rtlCol="0" tIns="45720" vert="horz"/>
          <a:lstStyle>
            <a:lvl1pPr algn="l">
              <a:defRPr sz="1200">
                <a:solidFill>
                  <a:schemeClr val="tx1">
                    <a:tint val="75000"/>
                  </a:schemeClr>
                </a:solidFill>
              </a:defRPr>
            </a:lvl1pPr>
          </a:lstStyle>
          <a:p>
            <a:fld id="{1D8BD707-D9CF-40AE-B4C6-C98DA3205C09}" type="datetimeFigureOut">
              <a:rPr lang="en-US" smtClean="0"/>
              <a:t>8/1/2011</a:t>
            </a:fld>
            <a:endParaRPr lang="en-US"/>
          </a:p>
        </p:txBody>
      </p:sp>
      <p:sp>
        <p:nvSpPr>
          <p:cNvPr id="1048579" name="Footer Placeholder 4"/>
          <p:cNvSpPr>
            <a:spLocks noGrp="1"/>
          </p:cNvSpPr>
          <p:nvPr>
            <p:ph type="ftr" sz="quarter" idx="3"/>
          </p:nvPr>
        </p:nvSpPr>
        <p:spPr>
          <a:xfrm>
            <a:off x="3124200" y="6356350"/>
            <a:ext cx="2895600" cy="365125"/>
          </a:xfrm>
          <a:prstGeom prst="rect"/>
        </p:spPr>
        <p:txBody>
          <a:bodyPr anchor="ctr" bIns="45720" lIns="91440" rIns="91440" rtlCol="0" tIns="45720" vert="horz"/>
          <a:lstStyle>
            <a:lvl1pPr algn="ctr">
              <a:defRPr sz="1200">
                <a:solidFill>
                  <a:schemeClr val="tx1">
                    <a:tint val="75000"/>
                  </a:schemeClr>
                </a:solidFill>
              </a:defRPr>
            </a:lvl1pPr>
          </a:lstStyle>
          <a:p>
            <a:endParaRPr lang="en-US"/>
          </a:p>
        </p:txBody>
      </p:sp>
      <p:sp>
        <p:nvSpPr>
          <p:cNvPr id="1048580" name="Slide Number Placeholder 5"/>
          <p:cNvSpPr>
            <a:spLocks noGrp="1"/>
          </p:cNvSpPr>
          <p:nvPr>
            <p:ph type="sldNum" sz="quarter" idx="4"/>
          </p:nvPr>
        </p:nvSpPr>
        <p:spPr>
          <a:xfrm>
            <a:off x="6553200" y="6356350"/>
            <a:ext cx="2133600" cy="365125"/>
          </a:xfrm>
          <a:prstGeom prst="rect"/>
        </p:spPr>
        <p:txBody>
          <a:bodyPr anchor="ctr" bIns="45720" lIns="91440" rIns="91440" rtlCol="0" tIns="45720" vert="horz"/>
          <a:lstStyle>
            <a:lvl1pPr algn="r">
              <a:defRPr sz="1200">
                <a:solidFill>
                  <a:schemeClr val="tx1">
                    <a:tint val="75000"/>
                  </a:schemeClr>
                </a:solidFill>
              </a:defRPr>
            </a:lvl1pPr>
          </a:lstStyle>
          <a:p>
            <a:fld id="{B6F15528-21DE-4FAA-801E-634DDDAF4B2B}" type="slidenum">
              <a:rPr lang="en-US" smtClean="0"/>
              <a:t>‹#›</a:t>
            </a:fld>
            <a:endParaRPr lang="en-US"/>
          </a:p>
        </p:txBody>
      </p:sp>
    </p:spTree>
  </p:cSld>
  <p:clrMap accent1="accent1" accent2="accent2" accent3="accent3" accent4="accent4" accent5="accent5" accent6="accent6" bg1="lt1" bg2="lt2" tx1="dk1" tx2="dk2"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eaLnBrk="1" hangingPunct="1" latinLnBrk="0" rtl="0">
        <a:spcBef>
          <a:spcPct val="0"/>
        </a:spcBef>
        <a:buNone/>
        <a:defRPr sz="4400" kern="1200">
          <a:solidFill>
            <a:schemeClr val="tx1"/>
          </a:solidFill>
          <a:latin typeface="+mj-lt"/>
          <a:ea typeface="+mj-ea"/>
          <a:cs typeface="+mj-cs"/>
        </a:defRPr>
      </a:lvl1pPr>
    </p:titleStyle>
    <p:bodyStyle>
      <a:lvl1pPr algn="l" defTabSz="914400" eaLnBrk="1" hangingPunct="1" indent="-342900" latinLnBrk="0" marL="342900" rtl="0">
        <a:spcBef>
          <a:spcPct val="20000"/>
        </a:spcBef>
        <a:buFont typeface="Arial" pitchFamily="34" charset="0"/>
        <a:buChar char="•"/>
        <a:defRPr sz="3200" kern="1200">
          <a:solidFill>
            <a:schemeClr val="tx1"/>
          </a:solidFill>
          <a:latin typeface="+mn-lt"/>
          <a:ea typeface="+mn-ea"/>
          <a:cs typeface="+mn-cs"/>
        </a:defRPr>
      </a:lvl1pPr>
      <a:lvl2pPr algn="l" defTabSz="914400" eaLnBrk="1" hangingPunct="1" indent="-285750" latinLnBrk="0" marL="742950" rtl="0">
        <a:spcBef>
          <a:spcPct val="20000"/>
        </a:spcBef>
        <a:buFont typeface="Arial" pitchFamily="34" charset="0"/>
        <a:buChar char="–"/>
        <a:defRPr sz="2800" kern="1200">
          <a:solidFill>
            <a:schemeClr val="tx1"/>
          </a:solidFill>
          <a:latin typeface="+mn-lt"/>
          <a:ea typeface="+mn-ea"/>
          <a:cs typeface="+mn-cs"/>
        </a:defRPr>
      </a:lvl2pPr>
      <a:lvl3pPr algn="l" defTabSz="914400" eaLnBrk="1" hangingPunct="1" indent="-228600" latinLnBrk="0" marL="1143000" rtl="0">
        <a:spcBef>
          <a:spcPct val="20000"/>
        </a:spcBef>
        <a:buFont typeface="Arial" pitchFamily="34" charset="0"/>
        <a:buChar char="•"/>
        <a:defRPr sz="2400" kern="1200">
          <a:solidFill>
            <a:schemeClr val="tx1"/>
          </a:solidFill>
          <a:latin typeface="+mn-lt"/>
          <a:ea typeface="+mn-ea"/>
          <a:cs typeface="+mn-cs"/>
        </a:defRPr>
      </a:lvl3pPr>
      <a:lvl4pPr algn="l" defTabSz="914400" eaLnBrk="1" hangingPunct="1" indent="-228600" latinLnBrk="0" marL="1600200" rtl="0">
        <a:spcBef>
          <a:spcPct val="20000"/>
        </a:spcBef>
        <a:buFont typeface="Arial" pitchFamily="34" charset="0"/>
        <a:buChar char="–"/>
        <a:defRPr sz="2000" kern="1200">
          <a:solidFill>
            <a:schemeClr val="tx1"/>
          </a:solidFill>
          <a:latin typeface="+mn-lt"/>
          <a:ea typeface="+mn-ea"/>
          <a:cs typeface="+mn-cs"/>
        </a:defRPr>
      </a:lvl4pPr>
      <a:lvl5pPr algn="l" defTabSz="914400" eaLnBrk="1" hangingPunct="1" indent="-228600" latinLnBrk="0" marL="2057400" rtl="0">
        <a:spcBef>
          <a:spcPct val="20000"/>
        </a:spcBef>
        <a:buFont typeface="Arial" pitchFamily="34" charset="0"/>
        <a:buChar char="»"/>
        <a:defRPr sz="2000" kern="1200">
          <a:solidFill>
            <a:schemeClr val="tx1"/>
          </a:solidFill>
          <a:latin typeface="+mn-lt"/>
          <a:ea typeface="+mn-ea"/>
          <a:cs typeface="+mn-cs"/>
        </a:defRPr>
      </a:lvl5pPr>
      <a:lvl6pPr algn="l" defTabSz="914400" eaLnBrk="1" hangingPunct="1" indent="-228600" latinLnBrk="0" marL="2514600" rtl="0">
        <a:spcBef>
          <a:spcPct val="20000"/>
        </a:spcBef>
        <a:buFont typeface="Arial" pitchFamily="34" charset="0"/>
        <a:buChar char="•"/>
        <a:defRPr sz="2000" kern="1200">
          <a:solidFill>
            <a:schemeClr val="tx1"/>
          </a:solidFill>
          <a:latin typeface="+mn-lt"/>
          <a:ea typeface="+mn-ea"/>
          <a:cs typeface="+mn-cs"/>
        </a:defRPr>
      </a:lvl6pPr>
      <a:lvl7pPr algn="l" defTabSz="914400" eaLnBrk="1" hangingPunct="1" indent="-228600" latinLnBrk="0" marL="2971800" rtl="0">
        <a:spcBef>
          <a:spcPct val="20000"/>
        </a:spcBef>
        <a:buFont typeface="Arial" pitchFamily="34" charset="0"/>
        <a:buChar char="•"/>
        <a:defRPr sz="2000" kern="1200">
          <a:solidFill>
            <a:schemeClr val="tx1"/>
          </a:solidFill>
          <a:latin typeface="+mn-lt"/>
          <a:ea typeface="+mn-ea"/>
          <a:cs typeface="+mn-cs"/>
        </a:defRPr>
      </a:lvl7pPr>
      <a:lvl8pPr algn="l" defTabSz="914400" eaLnBrk="1" hangingPunct="1" indent="-228600" latinLnBrk="0" marL="3429000" rtl="0">
        <a:spcBef>
          <a:spcPct val="20000"/>
        </a:spcBef>
        <a:buFont typeface="Arial" pitchFamily="34" charset="0"/>
        <a:buChar char="•"/>
        <a:defRPr sz="2000" kern="1200">
          <a:solidFill>
            <a:schemeClr val="tx1"/>
          </a:solidFill>
          <a:latin typeface="+mn-lt"/>
          <a:ea typeface="+mn-ea"/>
          <a:cs typeface="+mn-cs"/>
        </a:defRPr>
      </a:lvl8pPr>
      <a:lvl9pPr algn="l" defTabSz="914400" eaLnBrk="1" hangingPunct="1" indent="-228600" latinLnBrk="0" marL="3886200" rtl="0">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algn="l" defTabSz="914400" eaLnBrk="1" hangingPunct="1" latinLnBrk="0" marL="0" rtl="0">
        <a:defRPr sz="1800" kern="1200">
          <a:solidFill>
            <a:schemeClr val="tx1"/>
          </a:solidFill>
          <a:latin typeface="+mn-lt"/>
          <a:ea typeface="+mn-ea"/>
          <a:cs typeface="+mn-cs"/>
        </a:defRPr>
      </a:lvl1pPr>
      <a:lvl2pPr algn="l" defTabSz="914400" eaLnBrk="1" hangingPunct="1" latinLnBrk="0" marL="457200" rtl="0">
        <a:defRPr sz="1800" kern="1200">
          <a:solidFill>
            <a:schemeClr val="tx1"/>
          </a:solidFill>
          <a:latin typeface="+mn-lt"/>
          <a:ea typeface="+mn-ea"/>
          <a:cs typeface="+mn-cs"/>
        </a:defRPr>
      </a:lvl2pPr>
      <a:lvl3pPr algn="l" defTabSz="914400" eaLnBrk="1" hangingPunct="1" latinLnBrk="0" marL="914400" rtl="0">
        <a:defRPr sz="1800" kern="1200">
          <a:solidFill>
            <a:schemeClr val="tx1"/>
          </a:solidFill>
          <a:latin typeface="+mn-lt"/>
          <a:ea typeface="+mn-ea"/>
          <a:cs typeface="+mn-cs"/>
        </a:defRPr>
      </a:lvl3pPr>
      <a:lvl4pPr algn="l" defTabSz="914400" eaLnBrk="1" hangingPunct="1" latinLnBrk="0" marL="1371600" rtl="0">
        <a:defRPr sz="1800" kern="1200">
          <a:solidFill>
            <a:schemeClr val="tx1"/>
          </a:solidFill>
          <a:latin typeface="+mn-lt"/>
          <a:ea typeface="+mn-ea"/>
          <a:cs typeface="+mn-cs"/>
        </a:defRPr>
      </a:lvl4pPr>
      <a:lvl5pPr algn="l" defTabSz="914400" eaLnBrk="1" hangingPunct="1" latinLnBrk="0" marL="1828800" rtl="0">
        <a:defRPr sz="1800" kern="1200">
          <a:solidFill>
            <a:schemeClr val="tx1"/>
          </a:solidFill>
          <a:latin typeface="+mn-lt"/>
          <a:ea typeface="+mn-ea"/>
          <a:cs typeface="+mn-cs"/>
        </a:defRPr>
      </a:lvl5pPr>
      <a:lvl6pPr algn="l" defTabSz="914400" eaLnBrk="1" hangingPunct="1" latinLnBrk="0" marL="2286000" rtl="0">
        <a:defRPr sz="1800" kern="1200">
          <a:solidFill>
            <a:schemeClr val="tx1"/>
          </a:solidFill>
          <a:latin typeface="+mn-lt"/>
          <a:ea typeface="+mn-ea"/>
          <a:cs typeface="+mn-cs"/>
        </a:defRPr>
      </a:lvl6pPr>
      <a:lvl7pPr algn="l" defTabSz="914400" eaLnBrk="1" hangingPunct="1" latinLnBrk="0" marL="2743200" rtl="0">
        <a:defRPr sz="1800" kern="1200">
          <a:solidFill>
            <a:schemeClr val="tx1"/>
          </a:solidFill>
          <a:latin typeface="+mn-lt"/>
          <a:ea typeface="+mn-ea"/>
          <a:cs typeface="+mn-cs"/>
        </a:defRPr>
      </a:lvl7pPr>
      <a:lvl8pPr algn="l" defTabSz="914400" eaLnBrk="1" hangingPunct="1" latinLnBrk="0" marL="3200400" rtl="0">
        <a:defRPr sz="1800" kern="1200">
          <a:solidFill>
            <a:schemeClr val="tx1"/>
          </a:solidFill>
          <a:latin typeface="+mn-lt"/>
          <a:ea typeface="+mn-ea"/>
          <a:cs typeface="+mn-cs"/>
        </a:defRPr>
      </a:lvl8pPr>
      <a:lvl9pPr algn="l" defTabSz="914400" eaLnBrk="1" hangingPunct="1" latinLnBrk="0" marL="3657600" rtl="0">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2.jpeg"/><Relationship Id="rId3" Type="http://schemas.openxmlformats.org/officeDocument/2006/relationships/slideLayout" Target="../slideLayouts/slideLayout7.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2.jpeg"/><Relationship Id="rId3" Type="http://schemas.openxmlformats.org/officeDocument/2006/relationships/slideLayout" Target="../slideLayouts/slideLayout7.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2.jpeg"/><Relationship Id="rId3" Type="http://schemas.openxmlformats.org/officeDocument/2006/relationships/slideLayout" Target="../slideLayouts/slideLayout7.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2.jpeg"/><Relationship Id="rId3" Type="http://schemas.openxmlformats.org/officeDocument/2006/relationships/slideLayout" Target="../slideLayouts/slideLayout7.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2.jpeg"/><Relationship Id="rId3" Type="http://schemas.openxmlformats.org/officeDocument/2006/relationships/slideLayout" Target="../slideLayouts/slideLayout7.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2.jpeg"/><Relationship Id="rId3" Type="http://schemas.openxmlformats.org/officeDocument/2006/relationships/slideLayout" Target="../slideLayouts/slideLayout7.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2.jpeg"/><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slideLayout" Target="../slideLayouts/slideLayout7.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2.jpeg"/><Relationship Id="rId3" Type="http://schemas.openxmlformats.org/officeDocument/2006/relationships/slideLayout" Target="../slideLayouts/slideLayout7.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2.jpeg"/><Relationship Id="rId3" Type="http://schemas.openxmlformats.org/officeDocument/2006/relationships/slideLayout" Target="../slideLayouts/slideLayout7.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2.jpeg"/><Relationship Id="rId3" Type="http://schemas.openxmlformats.org/officeDocument/2006/relationships/slideLayout" Target="../slideLayouts/slideLayout7.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4.jpeg"/><Relationship Id="rId2" Type="http://schemas.openxmlformats.org/officeDocument/2006/relationships/image" Target="../media/image5.png"/><Relationship Id="rId3"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image" Target="../media/image6.png"/><Relationship Id="rId2" Type="http://schemas.openxmlformats.org/officeDocument/2006/relationships/image" Target="../media/image7.jpeg"/><Relationship Id="rId3"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image" Target="../media/image8.jpeg"/><Relationship Id="rId2" Type="http://schemas.openxmlformats.org/officeDocument/2006/relationships/image" Target="../media/image9.png"/><Relationship Id="rId3"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image" Target="../media/image10.jpeg"/><Relationship Id="rId2" Type="http://schemas.openxmlformats.org/officeDocument/2006/relationships/image" Target="../media/image11.jpeg"/><Relationship Id="rId3" Type="http://schemas.openxmlformats.org/officeDocument/2006/relationships/image" Target="../media/image12.png"/><Relationship Id="rId4"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image" Target="../media/image13.jpeg"/><Relationship Id="rId2" Type="http://schemas.openxmlformats.org/officeDocument/2006/relationships/image" Target="../media/image14.jpeg"/><Relationship Id="rId3" Type="http://schemas.openxmlformats.org/officeDocument/2006/relationships/image" Target="../media/image15.png"/><Relationship Id="rId4"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image" Target="../media/image16.jpeg"/><Relationship Id="rId2" Type="http://schemas.openxmlformats.org/officeDocument/2006/relationships/image" Target="../media/image17.jpeg"/><Relationship Id="rId3" Type="http://schemas.openxmlformats.org/officeDocument/2006/relationships/image" Target="../media/image18.png"/><Relationship Id="rId4"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image" Target="../media/image19.jpeg"/><Relationship Id="rId2" Type="http://schemas.openxmlformats.org/officeDocument/2006/relationships/image" Target="../media/image20.jpeg"/><Relationship Id="rId3" Type="http://schemas.openxmlformats.org/officeDocument/2006/relationships/image" Target="../media/image21.png"/><Relationship Id="rId4"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image" Target="../media/image22.jpeg"/><Relationship Id="rId2" Type="http://schemas.openxmlformats.org/officeDocument/2006/relationships/image" Target="../media/image23.jpeg"/><Relationship Id="rId3" Type="http://schemas.openxmlformats.org/officeDocument/2006/relationships/image" Target="../media/image24.png"/><Relationship Id="rId4"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image" Target="../media/image25.jpeg"/><Relationship Id="rId2" Type="http://schemas.openxmlformats.org/officeDocument/2006/relationships/image" Target="../media/image26.jpeg"/><Relationship Id="rId3" Type="http://schemas.openxmlformats.org/officeDocument/2006/relationships/image" Target="../media/image27.png"/><Relationship Id="rId4"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image" Target="../media/image28.jpeg"/><Relationship Id="rId2" Type="http://schemas.openxmlformats.org/officeDocument/2006/relationships/image" Target="../media/image29.jpeg"/><Relationship Id="rId3" Type="http://schemas.openxmlformats.org/officeDocument/2006/relationships/image" Target="../media/image30.png"/><Relationship Id="rId4"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image" Target="../media/image31.jpeg"/><Relationship Id="rId2" Type="http://schemas.openxmlformats.org/officeDocument/2006/relationships/image" Target="../media/image32.jpeg"/><Relationship Id="rId3" Type="http://schemas.openxmlformats.org/officeDocument/2006/relationships/image" Target="../media/image33.png"/><Relationship Id="rId4"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25" name=""/>
        <p:cNvGrpSpPr/>
        <p:nvPr/>
      </p:nvGrpSpPr>
      <p:grpSpPr>
        <a:xfrm>
          <a:off x="0" y="0"/>
          <a:ext cx="0" cy="0"/>
          <a:chOff x="0" y="0"/>
          <a:chExt cx="0" cy="0"/>
        </a:xfrm>
      </p:grpSpPr>
      <p:sp>
        <p:nvSpPr>
          <p:cNvPr id="1048584" name="Freeform 2"/>
          <p:cNvSpPr/>
          <p:nvPr/>
        </p:nvSpPr>
        <p:spPr>
          <a:xfrm rot="0" flipH="0" flipV="0">
            <a:off x="1247775" y="450057"/>
            <a:ext cx="1600200" cy="1585912"/>
          </a:xfrm>
          <a:custGeom>
            <a:avLst/>
            <a:ahLst/>
            <a:rect l="l" t="t" r="r" b="b"/>
            <a:pathLst>
              <a:path w="1600200" h="1585912">
                <a:moveTo>
                  <a:pt x="0" y="0"/>
                </a:moveTo>
                <a:lnTo>
                  <a:pt x="1600200" y="0"/>
                </a:lnTo>
                <a:lnTo>
                  <a:pt x="1600200" y="1585912"/>
                </a:lnTo>
                <a:lnTo>
                  <a:pt x="0" y="1585912"/>
                </a:lnTo>
                <a:lnTo>
                  <a:pt x="0" y="0"/>
                </a:lnTo>
                <a:close/>
              </a:path>
            </a:pathLst>
          </a:custGeom>
          <a:blipFill>
            <a:blip xmlns:r="http://schemas.openxmlformats.org/officeDocument/2006/relationships" r:embed="rId1"/>
            <a:stretch>
              <a:fillRect l="0" t="0" r="0" b="-115"/>
            </a:stretch>
          </a:blipFill>
        </p:spPr>
      </p:sp>
      <p:grpSp>
        <p:nvGrpSpPr>
          <p:cNvPr id="26" name="Group 3"/>
          <p:cNvGrpSpPr/>
          <p:nvPr/>
        </p:nvGrpSpPr>
        <p:grpSpPr>
          <a:xfrm rot="0">
            <a:off x="2665379" y="229643"/>
            <a:ext cx="12838941" cy="4613820"/>
            <a:chOff x="-120000" y="-60000"/>
            <a:chExt cx="16875126" cy="6029324"/>
          </a:xfrm>
        </p:grpSpPr>
        <p:sp>
          <p:nvSpPr>
            <p:cNvPr id="1048585" name="Freeform 4"/>
            <p:cNvSpPr/>
            <p:nvPr/>
          </p:nvSpPr>
          <p:spPr>
            <a:xfrm rot="0" flipH="0" flipV="0">
              <a:off x="-120000" y="-60000"/>
              <a:ext cx="16875126" cy="6029324"/>
            </a:xfrm>
            <a:custGeom>
              <a:avLst/>
              <a:ahLst/>
              <a:rect l="l" t="t" r="r" b="b"/>
              <a:pathLst>
                <a:path w="16875126" h="6029324">
                  <a:moveTo>
                    <a:pt x="0" y="0"/>
                  </a:moveTo>
                  <a:lnTo>
                    <a:pt x="16875126" y="0"/>
                  </a:lnTo>
                  <a:lnTo>
                    <a:pt x="16875126" y="6029324"/>
                  </a:lnTo>
                  <a:lnTo>
                    <a:pt x="0" y="6029324"/>
                  </a:lnTo>
                  <a:close/>
                </a:path>
              </a:pathLst>
            </a:custGeom>
            <a:solidFill>
              <a:srgbClr val="000000">
                <a:alpha val="0"/>
              </a:srgbClr>
            </a:solidFill>
          </p:spPr>
        </p:sp>
        <p:sp>
          <p:nvSpPr>
            <p:cNvPr id="1048586" name="TextBox 5"/>
            <p:cNvSpPr txBox="1"/>
            <p:nvPr/>
          </p:nvSpPr>
          <p:spPr>
            <a:xfrm>
              <a:off x="120000" y="939150"/>
              <a:ext cx="16635126" cy="5030174"/>
            </a:xfrm>
            <a:prstGeom prst="rect"/>
          </p:spPr>
          <p:txBody>
            <a:bodyPr anchor="t" bIns="0" lIns="0" rIns="0" rtlCol="0" tIns="0"/>
            <a:p>
              <a:pPr algn="ctr">
                <a:lnSpc>
                  <a:spcPts val="5400"/>
                </a:lnSpc>
              </a:pPr>
              <a:r>
                <a:rPr b="1" sz="4000" lang="en-US">
                  <a:solidFill>
                    <a:srgbClr val="002060"/>
                  </a:solidFill>
                  <a:latin typeface="Arial MT Pro Bold"/>
                  <a:ea typeface="Arial MT Pro Bold"/>
                  <a:cs typeface="Arial MT Pro Bold"/>
                  <a:sym typeface="Arial MT Pro Bold"/>
                </a:rPr>
                <a:t>K.RAMAKRISHNAN COLLEGE OF ENGINEERING</a:t>
              </a:r>
              <a:endParaRPr b="1" sz="4400" lang="en-US">
                <a:solidFill>
                  <a:srgbClr val="002060"/>
                </a:solidFill>
                <a:latin typeface="Arial MT Pro Bold"/>
                <a:ea typeface="Arial MT Pro Bold"/>
                <a:cs typeface="Arial MT Pro Bold"/>
                <a:sym typeface="Arial MT Pro Bold"/>
              </a:endParaRPr>
            </a:p>
            <a:p>
              <a:pPr algn="ctr">
                <a:lnSpc>
                  <a:spcPts val="5400"/>
                </a:lnSpc>
              </a:pPr>
              <a:r>
                <a:rPr b="1" sz="4000" lang="en-US">
                  <a:solidFill>
                    <a:srgbClr val="FF0066"/>
                  </a:solidFill>
                  <a:latin typeface="Arial MT Pro Bold"/>
                  <a:ea typeface="Arial MT Pro Bold"/>
                  <a:cs typeface="Arial MT Pro Bold"/>
                  <a:sym typeface="Arial MT Pro Bold"/>
                </a:rPr>
                <a:t>(AUTONOMOUS)</a:t>
              </a:r>
              <a:endParaRPr sz="4400"/>
            </a:p>
            <a:p>
              <a:pPr algn="ctr">
                <a:lnSpc>
                  <a:spcPts val="3600"/>
                </a:lnSpc>
              </a:pPr>
              <a:endParaRPr sz="2800"/>
            </a:p>
            <a:p>
              <a:pPr algn="ctr">
                <a:lnSpc>
                  <a:spcPts val="3600"/>
                </a:lnSpc>
              </a:pPr>
            </a:p>
          </p:txBody>
        </p:sp>
      </p:grpSp>
      <p:sp>
        <p:nvSpPr>
          <p:cNvPr id="1048587" name="Freeform 6" descr="KRCE Tiruchirappalli : Admission 2024, Courses, Fees, Placement, Cut Off"/>
          <p:cNvSpPr/>
          <p:nvPr/>
        </p:nvSpPr>
        <p:spPr>
          <a:xfrm rot="0" flipH="0" flipV="0">
            <a:off x="15516225" y="390525"/>
            <a:ext cx="1828800" cy="1771650"/>
          </a:xfrm>
          <a:custGeom>
            <a:avLst/>
            <a:ahLst/>
            <a:rect l="l" t="t" r="r" b="b"/>
            <a:pathLst>
              <a:path w="1828800" h="1771650">
                <a:moveTo>
                  <a:pt x="0" y="0"/>
                </a:moveTo>
                <a:lnTo>
                  <a:pt x="1828800" y="0"/>
                </a:lnTo>
                <a:lnTo>
                  <a:pt x="1828800" y="1771650"/>
                </a:lnTo>
                <a:lnTo>
                  <a:pt x="0" y="1771650"/>
                </a:lnTo>
                <a:lnTo>
                  <a:pt x="0" y="0"/>
                </a:lnTo>
                <a:close/>
              </a:path>
            </a:pathLst>
          </a:custGeom>
          <a:blipFill>
            <a:blip xmlns:r="http://schemas.openxmlformats.org/officeDocument/2006/relationships" r:embed="rId2"/>
            <a:stretch>
              <a:fillRect l="0" t="0" r="0" b="0"/>
            </a:stretch>
          </a:blipFill>
        </p:spPr>
      </p:sp>
      <p:grpSp>
        <p:nvGrpSpPr>
          <p:cNvPr id="27" name="Group 10"/>
          <p:cNvGrpSpPr/>
          <p:nvPr/>
        </p:nvGrpSpPr>
        <p:grpSpPr>
          <a:xfrm rot="0">
            <a:off x="914400" y="9561130"/>
            <a:ext cx="4264820" cy="518702"/>
            <a:chOff x="121900" y="60933"/>
            <a:chExt cx="5442626" cy="575682"/>
          </a:xfrm>
        </p:grpSpPr>
        <p:sp>
          <p:nvSpPr>
            <p:cNvPr id="1048588" name="Freeform 11"/>
            <p:cNvSpPr/>
            <p:nvPr/>
          </p:nvSpPr>
          <p:spPr>
            <a:xfrm rot="0" flipH="0" flipV="0">
              <a:off x="-121900" y="-60933"/>
              <a:ext cx="5686426" cy="697549"/>
            </a:xfrm>
            <a:custGeom>
              <a:avLst/>
              <a:ahLst/>
              <a:rect l="l" t="t" r="r" b="b"/>
              <a:pathLst>
                <a:path w="5686426" h="697549">
                  <a:moveTo>
                    <a:pt x="0" y="0"/>
                  </a:moveTo>
                  <a:lnTo>
                    <a:pt x="5686426" y="0"/>
                  </a:lnTo>
                  <a:lnTo>
                    <a:pt x="5686426" y="697548"/>
                  </a:lnTo>
                  <a:lnTo>
                    <a:pt x="0" y="697548"/>
                  </a:lnTo>
                  <a:close/>
                </a:path>
              </a:pathLst>
            </a:custGeom>
            <a:solidFill>
              <a:srgbClr val="000000">
                <a:alpha val="0"/>
              </a:srgbClr>
            </a:solidFill>
          </p:spPr>
        </p:sp>
        <p:sp>
          <p:nvSpPr>
            <p:cNvPr id="1048589" name="TextBox 12"/>
            <p:cNvSpPr txBox="1"/>
            <p:nvPr/>
          </p:nvSpPr>
          <p:spPr>
            <a:xfrm>
              <a:off x="121900" y="3783"/>
              <a:ext cx="5442626" cy="632832"/>
            </a:xfrm>
            <a:prstGeom prst="rect"/>
          </p:spPr>
          <p:txBody>
            <a:bodyPr anchor="ctr" bIns="0" lIns="0" rIns="0" rtlCol="0" tIns="0"/>
            <a:p>
              <a:pPr algn="l">
                <a:lnSpc>
                  <a:spcPts val="3119"/>
                </a:lnSpc>
              </a:pPr>
              <a:r>
                <a:rPr sz="2599" lang="en-US">
                  <a:solidFill>
                    <a:srgbClr val="8B8B8B"/>
                  </a:solidFill>
                  <a:latin typeface="Calibri (MS)"/>
                  <a:ea typeface="Calibri (MS)"/>
                  <a:cs typeface="Calibri (MS)"/>
                  <a:sym typeface="Calibri (MS)"/>
                </a:rPr>
                <a:t>2</a:t>
              </a:r>
              <a:r>
                <a:rPr sz="2599" lang="en-US">
                  <a:solidFill>
                    <a:srgbClr val="8B8B8B"/>
                  </a:solidFill>
                  <a:latin typeface="Calibri (MS)"/>
                  <a:ea typeface="Calibri (MS)"/>
                  <a:cs typeface="Calibri (MS)"/>
                  <a:sym typeface="Calibri (MS)"/>
                </a:rPr>
                <a:t>7</a:t>
              </a:r>
              <a:r>
                <a:rPr sz="2599" lang="en-US">
                  <a:solidFill>
                    <a:srgbClr val="8B8B8B"/>
                  </a:solidFill>
                  <a:latin typeface="Calibri (MS)"/>
                  <a:ea typeface="Calibri (MS)"/>
                  <a:cs typeface="Calibri (MS)"/>
                  <a:sym typeface="Calibri (MS)"/>
                </a:rPr>
                <a:t>/</a:t>
              </a:r>
              <a:r>
                <a:rPr sz="2599" lang="en-US">
                  <a:solidFill>
                    <a:srgbClr val="8B8B8B"/>
                  </a:solidFill>
                  <a:latin typeface="Calibri (MS)"/>
                  <a:ea typeface="Calibri (MS)"/>
                  <a:cs typeface="Calibri (MS)"/>
                  <a:sym typeface="Calibri (MS)"/>
                </a:rPr>
                <a:t>0</a:t>
              </a:r>
              <a:r>
                <a:rPr sz="2599" lang="en-US">
                  <a:solidFill>
                    <a:srgbClr val="8B8B8B"/>
                  </a:solidFill>
                  <a:latin typeface="Calibri (MS)"/>
                  <a:ea typeface="Calibri (MS)"/>
                  <a:cs typeface="Calibri (MS)"/>
                  <a:sym typeface="Calibri (MS)"/>
                </a:rPr>
                <a:t>2</a:t>
              </a:r>
              <a:r>
                <a:rPr sz="2599" lang="en-US">
                  <a:solidFill>
                    <a:srgbClr val="8B8B8B"/>
                  </a:solidFill>
                  <a:latin typeface="Calibri (MS)"/>
                  <a:ea typeface="Calibri (MS)"/>
                  <a:cs typeface="Calibri (MS)"/>
                  <a:sym typeface="Calibri (MS)"/>
                </a:rPr>
                <a:t>/</a:t>
              </a:r>
              <a:r>
                <a:rPr sz="2599" lang="en-US">
                  <a:solidFill>
                    <a:srgbClr val="8B8B8B"/>
                  </a:solidFill>
                  <a:latin typeface="Calibri (MS)"/>
                  <a:ea typeface="Calibri (MS)"/>
                  <a:cs typeface="Calibri (MS)"/>
                  <a:sym typeface="Calibri (MS)"/>
                </a:rPr>
                <a:t>2</a:t>
              </a:r>
              <a:r>
                <a:rPr sz="2599" lang="en-US">
                  <a:solidFill>
                    <a:srgbClr val="8B8B8B"/>
                  </a:solidFill>
                  <a:latin typeface="Calibri (MS)"/>
                  <a:ea typeface="Calibri (MS)"/>
                  <a:cs typeface="Calibri (MS)"/>
                  <a:sym typeface="Calibri (MS)"/>
                </a:rPr>
                <a:t>0</a:t>
              </a:r>
              <a:r>
                <a:rPr sz="2599" lang="en-US">
                  <a:solidFill>
                    <a:srgbClr val="8B8B8B"/>
                  </a:solidFill>
                  <a:latin typeface="Calibri (MS)"/>
                  <a:ea typeface="Calibri (MS)"/>
                  <a:cs typeface="Calibri (MS)"/>
                  <a:sym typeface="Calibri (MS)"/>
                </a:rPr>
                <a:t>2</a:t>
              </a:r>
              <a:r>
                <a:rPr sz="2599" lang="en-US">
                  <a:solidFill>
                    <a:srgbClr val="8B8B8B"/>
                  </a:solidFill>
                  <a:latin typeface="Calibri (MS)"/>
                  <a:ea typeface="Calibri (MS)"/>
                  <a:cs typeface="Calibri (MS)"/>
                  <a:sym typeface="Calibri (MS)"/>
                </a:rPr>
                <a:t>6</a:t>
              </a:r>
              <a:endParaRPr altLang="en-US" lang="zh-CN"/>
            </a:p>
          </p:txBody>
        </p:sp>
      </p:grpSp>
      <p:sp>
        <p:nvSpPr>
          <p:cNvPr id="1048590" name="TextBox 14"/>
          <p:cNvSpPr txBox="1"/>
          <p:nvPr/>
        </p:nvSpPr>
        <p:spPr>
          <a:xfrm rot="0">
            <a:off x="5880155" y="5143500"/>
            <a:ext cx="9624165" cy="3047365"/>
          </a:xfrm>
          <a:prstGeom prst="rect"/>
        </p:spPr>
        <p:txBody>
          <a:bodyPr anchor="t" bIns="0" lIns="0" rIns="0" rtlCol="0" tIns="0">
            <a:spAutoFit/>
          </a:bodyPr>
          <a:p>
            <a:pPr algn="l" indent="0" marL="0">
              <a:lnSpc>
                <a:spcPts val="4799"/>
              </a:lnSpc>
              <a:buNone/>
            </a:pPr>
            <a:r>
              <a:rPr b="1" sz="4000" lang="en-US">
                <a:solidFill>
                  <a:srgbClr val="C00000"/>
                </a:solidFill>
                <a:latin typeface="Calibri (MS) Bold"/>
                <a:ea typeface="Calibri (MS) Bold"/>
                <a:cs typeface="Calibri (MS) Bold"/>
                <a:sym typeface="Calibri (MS) Bold"/>
              </a:rPr>
              <a:t>P</a:t>
            </a:r>
            <a:r>
              <a:rPr b="1" sz="4000" lang="en-US">
                <a:solidFill>
                  <a:srgbClr val="C00000"/>
                </a:solidFill>
                <a:latin typeface="Calibri (MS) Bold"/>
                <a:ea typeface="Calibri (MS) Bold"/>
                <a:cs typeface="Calibri (MS) Bold"/>
                <a:sym typeface="Calibri (MS) Bold"/>
              </a:rPr>
              <a:t>r</a:t>
            </a:r>
            <a:r>
              <a:rPr b="1" sz="4000" lang="en-US">
                <a:solidFill>
                  <a:srgbClr val="C00000"/>
                </a:solidFill>
                <a:latin typeface="Calibri (MS) Bold"/>
                <a:ea typeface="Calibri (MS) Bold"/>
                <a:cs typeface="Calibri (MS) Bold"/>
                <a:sym typeface="Calibri (MS) Bold"/>
              </a:rPr>
              <a:t>e</a:t>
            </a:r>
            <a:r>
              <a:rPr b="1" sz="4000" lang="en-US">
                <a:solidFill>
                  <a:srgbClr val="C00000"/>
                </a:solidFill>
                <a:latin typeface="Calibri (MS) Bold"/>
                <a:ea typeface="Calibri (MS) Bold"/>
                <a:cs typeface="Calibri (MS) Bold"/>
                <a:sym typeface="Calibri (MS) Bold"/>
              </a:rPr>
              <a:t>s</a:t>
            </a:r>
            <a:r>
              <a:rPr b="1" sz="4000" lang="en-US">
                <a:solidFill>
                  <a:srgbClr val="C00000"/>
                </a:solidFill>
                <a:latin typeface="Calibri (MS) Bold"/>
                <a:ea typeface="Calibri (MS) Bold"/>
                <a:cs typeface="Calibri (MS) Bold"/>
                <a:sym typeface="Calibri (MS) Bold"/>
              </a:rPr>
              <a:t>e</a:t>
            </a:r>
            <a:r>
              <a:rPr b="1" sz="4000" lang="en-US">
                <a:solidFill>
                  <a:srgbClr val="C00000"/>
                </a:solidFill>
                <a:latin typeface="Calibri (MS) Bold"/>
                <a:ea typeface="Calibri (MS) Bold"/>
                <a:cs typeface="Calibri (MS) Bold"/>
                <a:sym typeface="Calibri (MS) Bold"/>
              </a:rPr>
              <a:t>nted </a:t>
            </a:r>
            <a:r>
              <a:rPr b="1" sz="4000" lang="en-US">
                <a:solidFill>
                  <a:srgbClr val="C00000"/>
                </a:solidFill>
                <a:latin typeface="Calibri (MS) Bold"/>
                <a:ea typeface="Calibri (MS) Bold"/>
                <a:cs typeface="Calibri (MS) Bold"/>
                <a:sym typeface="Calibri (MS) Bold"/>
              </a:rPr>
              <a:t>by</a:t>
            </a:r>
            <a:r>
              <a:rPr b="1" sz="4000" lang="en-US">
                <a:solidFill>
                  <a:srgbClr val="C00000"/>
                </a:solidFill>
                <a:latin typeface="Calibri (MS) Bold"/>
                <a:ea typeface="Calibri (MS) Bold"/>
                <a:cs typeface="Calibri (MS) Bold"/>
                <a:sym typeface="Calibri (MS) Bold"/>
              </a:rPr>
              <a:t>,</a:t>
            </a:r>
            <a:r>
              <a:rPr b="1" sz="4000" lang="en-US">
                <a:solidFill>
                  <a:srgbClr val="C00000"/>
                </a:solidFill>
                <a:latin typeface="Calibri (MS) Bold"/>
                <a:ea typeface="Calibri (MS) Bold"/>
                <a:cs typeface="Calibri (MS) Bold"/>
                <a:sym typeface="Calibri (MS) Bold"/>
              </a:rPr>
              <a:t>       </a:t>
            </a:r>
            <a:endParaRPr b="1" sz="4400" lang="en-US">
              <a:solidFill>
                <a:srgbClr val="C00000"/>
              </a:solidFill>
              <a:latin typeface="Calibri (MS) Bold"/>
              <a:ea typeface="Calibri (MS) Bold"/>
              <a:cs typeface="Calibri (MS) Bold"/>
              <a:sym typeface="Calibri (MS) Bold"/>
            </a:endParaRPr>
          </a:p>
          <a:p>
            <a:pPr algn="l" indent="0" marL="0">
              <a:lnSpc>
                <a:spcPts val="4799"/>
              </a:lnSpc>
              <a:spcBef>
                <a:spcPct val="0"/>
              </a:spcBef>
              <a:buNone/>
            </a:pPr>
            <a:r>
              <a:rPr b="1" sz="4000" lang="en-US">
                <a:solidFill>
                  <a:srgbClr val="0000FF"/>
                </a:solidFill>
                <a:latin typeface="Calibri (MS) Bold"/>
                <a:ea typeface="Calibri (MS) Bold"/>
                <a:cs typeface="Calibri (MS) Bold"/>
                <a:sym typeface="Calibri (MS) Bold"/>
              </a:rPr>
              <a:t>N</a:t>
            </a:r>
            <a:r>
              <a:rPr b="1" sz="4000" lang="en-US">
                <a:solidFill>
                  <a:srgbClr val="0000FF"/>
                </a:solidFill>
                <a:latin typeface="Calibri (MS) Bold"/>
                <a:ea typeface="Calibri (MS) Bold"/>
                <a:cs typeface="Calibri (MS) Bold"/>
                <a:sym typeface="Calibri (MS) Bold"/>
              </a:rPr>
              <a:t>a</a:t>
            </a:r>
            <a:r>
              <a:rPr b="1" sz="4000" lang="en-US">
                <a:solidFill>
                  <a:srgbClr val="0000FF"/>
                </a:solidFill>
                <a:latin typeface="Calibri (MS) Bold"/>
                <a:ea typeface="Calibri (MS) Bold"/>
                <a:cs typeface="Calibri (MS) Bold"/>
                <a:sym typeface="Calibri (MS) Bold"/>
              </a:rPr>
              <a:t>m</a:t>
            </a:r>
            <a:r>
              <a:rPr b="1" sz="4000" lang="en-US">
                <a:solidFill>
                  <a:srgbClr val="0000FF"/>
                </a:solidFill>
                <a:latin typeface="Calibri (MS) Bold"/>
                <a:ea typeface="Calibri (MS) Bold"/>
                <a:cs typeface="Calibri (MS) Bold"/>
                <a:sym typeface="Calibri (MS) Bold"/>
              </a:rPr>
              <a:t>e</a:t>
            </a:r>
            <a:r>
              <a:rPr b="1" sz="4000" lang="en-US">
                <a:solidFill>
                  <a:srgbClr val="0000FF"/>
                </a:solidFill>
                <a:latin typeface="Calibri (MS) Bold"/>
                <a:ea typeface="Calibri (MS) Bold"/>
                <a:cs typeface="Calibri (MS) Bold"/>
                <a:sym typeface="Calibri (MS) Bold"/>
              </a:rPr>
              <a:t> </a:t>
            </a:r>
            <a:r>
              <a:rPr b="1" sz="4000" lang="en-US">
                <a:solidFill>
                  <a:srgbClr val="0000FF"/>
                </a:solidFill>
                <a:latin typeface="Calibri (MS) Bold"/>
                <a:ea typeface="Calibri (MS) Bold"/>
                <a:cs typeface="Calibri (MS) Bold"/>
                <a:sym typeface="Calibri (MS) Bold"/>
              </a:rPr>
              <a:t> </a:t>
            </a:r>
            <a:r>
              <a:rPr b="1" sz="4000" lang="en-US">
                <a:solidFill>
                  <a:srgbClr val="0000FF"/>
                </a:solidFill>
                <a:latin typeface="Calibri (MS) Bold"/>
                <a:ea typeface="Calibri (MS) Bold"/>
                <a:cs typeface="Calibri (MS) Bold"/>
                <a:sym typeface="Calibri (MS) Bold"/>
              </a:rPr>
              <a:t> </a:t>
            </a:r>
            <a:r>
              <a:rPr b="1" sz="4000" lang="en-US">
                <a:solidFill>
                  <a:srgbClr val="0000FF"/>
                </a:solidFill>
                <a:latin typeface="Calibri (MS) Bold"/>
                <a:ea typeface="Calibri (MS) Bold"/>
                <a:cs typeface="Calibri (MS) Bold"/>
                <a:sym typeface="Calibri (MS) Bold"/>
              </a:rPr>
              <a:t> </a:t>
            </a:r>
            <a:r>
              <a:rPr b="1" sz="4000" lang="en-US">
                <a:solidFill>
                  <a:srgbClr val="0000FF"/>
                </a:solidFill>
                <a:latin typeface="Calibri (MS) Bold"/>
                <a:ea typeface="Calibri (MS) Bold"/>
                <a:cs typeface="Calibri (MS) Bold"/>
                <a:sym typeface="Calibri (MS) Bold"/>
              </a:rPr>
              <a:t> </a:t>
            </a:r>
            <a:r>
              <a:rPr b="1" sz="4000" lang="en-US">
                <a:solidFill>
                  <a:srgbClr val="0000FF"/>
                </a:solidFill>
                <a:latin typeface="Calibri (MS) Bold"/>
                <a:ea typeface="Calibri (MS) Bold"/>
                <a:cs typeface="Calibri (MS) Bold"/>
                <a:sym typeface="Calibri (MS) Bold"/>
              </a:rPr>
              <a:t> </a:t>
            </a:r>
            <a:r>
              <a:rPr b="1" sz="4000" lang="en-US">
                <a:solidFill>
                  <a:srgbClr val="0000FF"/>
                </a:solidFill>
                <a:latin typeface="Calibri (MS) Bold"/>
                <a:ea typeface="Calibri (MS) Bold"/>
                <a:cs typeface="Calibri (MS) Bold"/>
                <a:sym typeface="Calibri (MS) Bold"/>
              </a:rPr>
              <a:t> </a:t>
            </a:r>
            <a:r>
              <a:rPr b="1" sz="4000" lang="en-US">
                <a:solidFill>
                  <a:srgbClr val="0000FF"/>
                </a:solidFill>
                <a:latin typeface="Calibri (MS) Bold"/>
                <a:ea typeface="Calibri (MS) Bold"/>
                <a:cs typeface="Calibri (MS) Bold"/>
                <a:sym typeface="Calibri (MS) Bold"/>
              </a:rPr>
              <a:t> </a:t>
            </a:r>
            <a:r>
              <a:rPr b="1" sz="4000" lang="en-US">
                <a:solidFill>
                  <a:srgbClr val="0000FF"/>
                </a:solidFill>
                <a:latin typeface="Calibri (MS) Bold"/>
                <a:ea typeface="Calibri (MS) Bold"/>
                <a:cs typeface="Calibri (MS) Bold"/>
                <a:sym typeface="Calibri (MS) Bold"/>
              </a:rPr>
              <a:t> </a:t>
            </a:r>
            <a:r>
              <a:rPr b="1" sz="4000" lang="en-US">
                <a:solidFill>
                  <a:srgbClr val="0000FF"/>
                </a:solidFill>
                <a:latin typeface="Calibri (MS) Bold"/>
                <a:ea typeface="Calibri (MS) Bold"/>
                <a:cs typeface="Calibri (MS) Bold"/>
                <a:sym typeface="Calibri (MS) Bold"/>
              </a:rPr>
              <a:t> </a:t>
            </a:r>
            <a:r>
              <a:rPr b="1" sz="4000" lang="en-US">
                <a:solidFill>
                  <a:srgbClr val="0000FF"/>
                </a:solidFill>
                <a:latin typeface="Calibri (MS) Bold"/>
                <a:ea typeface="Calibri (MS) Bold"/>
                <a:cs typeface="Calibri (MS) Bold"/>
                <a:sym typeface="Calibri (MS) Bold"/>
              </a:rPr>
              <a:t> </a:t>
            </a:r>
            <a:r>
              <a:rPr b="1" sz="4000" lang="en-US">
                <a:solidFill>
                  <a:srgbClr val="0000FF"/>
                </a:solidFill>
                <a:latin typeface="Calibri (MS) Bold"/>
                <a:ea typeface="Calibri (MS) Bold"/>
                <a:cs typeface="Calibri (MS) Bold"/>
                <a:sym typeface="Calibri (MS) Bold"/>
              </a:rPr>
              <a:t> </a:t>
            </a:r>
            <a:r>
              <a:rPr b="1" sz="4000" lang="en-US">
                <a:solidFill>
                  <a:srgbClr val="0000FF"/>
                </a:solidFill>
                <a:latin typeface="Calibri (MS) Bold"/>
                <a:ea typeface="Calibri (MS) Bold"/>
                <a:cs typeface="Calibri (MS) Bold"/>
                <a:sym typeface="Calibri (MS) Bold"/>
              </a:rPr>
              <a:t> </a:t>
            </a:r>
            <a:r>
              <a:rPr b="1" sz="4000" lang="en-US">
                <a:solidFill>
                  <a:srgbClr val="0000FF"/>
                </a:solidFill>
                <a:latin typeface="Calibri (MS) Bold"/>
                <a:ea typeface="Calibri (MS) Bold"/>
                <a:cs typeface="Calibri (MS) Bold"/>
                <a:sym typeface="Calibri (MS) Bold"/>
              </a:rPr>
              <a:t> </a:t>
            </a:r>
            <a:r>
              <a:rPr b="1" sz="4000" lang="en-US">
                <a:solidFill>
                  <a:srgbClr val="0000FF"/>
                </a:solidFill>
                <a:latin typeface="Calibri (MS) Bold"/>
                <a:ea typeface="Calibri (MS) Bold"/>
                <a:cs typeface="Calibri (MS) Bold"/>
                <a:sym typeface="Calibri (MS) Bold"/>
              </a:rPr>
              <a:t> </a:t>
            </a:r>
            <a:r>
              <a:rPr b="1" sz="4000" lang="en-US">
                <a:solidFill>
                  <a:srgbClr val="0000FF"/>
                </a:solidFill>
                <a:latin typeface="Calibri (MS) Bold"/>
                <a:ea typeface="Calibri (MS) Bold"/>
                <a:cs typeface="Calibri (MS) Bold"/>
                <a:sym typeface="Calibri (MS) Bold"/>
              </a:rPr>
              <a:t> </a:t>
            </a:r>
            <a:r>
              <a:rPr b="1" sz="4000" lang="en-US">
                <a:solidFill>
                  <a:srgbClr val="0000FF"/>
                </a:solidFill>
                <a:latin typeface="Calibri (MS) Bold"/>
                <a:ea typeface="Calibri (MS) Bold"/>
                <a:cs typeface="Calibri (MS) Bold"/>
                <a:sym typeface="Calibri (MS) Bold"/>
              </a:rPr>
              <a:t> </a:t>
            </a:r>
            <a:r>
              <a:rPr b="1" sz="4000" lang="en-US">
                <a:solidFill>
                  <a:srgbClr val="0000FF"/>
                </a:solidFill>
                <a:latin typeface="Calibri (MS) Bold"/>
                <a:ea typeface="Calibri (MS) Bold"/>
                <a:cs typeface="Calibri (MS) Bold"/>
                <a:sym typeface="Calibri (MS) Bold"/>
              </a:rPr>
              <a:t> </a:t>
            </a:r>
            <a:r>
              <a:rPr b="1" sz="4000" lang="en-US">
                <a:solidFill>
                  <a:srgbClr val="0000FF"/>
                </a:solidFill>
                <a:latin typeface="Calibri (MS) Bold"/>
                <a:ea typeface="Calibri (MS) Bold"/>
                <a:cs typeface="Calibri (MS) Bold"/>
                <a:sym typeface="Calibri (MS) Bold"/>
              </a:rPr>
              <a:t> </a:t>
            </a:r>
            <a:r>
              <a:rPr b="1" sz="4000" lang="en-US">
                <a:solidFill>
                  <a:srgbClr val="0000FF"/>
                </a:solidFill>
                <a:latin typeface="Calibri (MS) Bold"/>
                <a:ea typeface="Calibri (MS) Bold"/>
                <a:cs typeface="Calibri (MS) Bold"/>
                <a:sym typeface="Calibri (MS) Bold"/>
              </a:rPr>
              <a:t>:</a:t>
            </a:r>
            <a:r>
              <a:rPr b="1" sz="4000" lang="en-US">
                <a:solidFill>
                  <a:srgbClr val="0000FF"/>
                </a:solidFill>
                <a:latin typeface="Calibri (MS) Bold"/>
                <a:ea typeface="Calibri (MS) Bold"/>
                <a:cs typeface="Calibri (MS) Bold"/>
                <a:sym typeface="Calibri (MS) Bold"/>
              </a:rPr>
              <a:t> </a:t>
            </a:r>
            <a:r>
              <a:rPr b="1" sz="4000" lang="en-US">
                <a:solidFill>
                  <a:srgbClr val="0000FF"/>
                </a:solidFill>
                <a:latin typeface="Calibri (MS) Bold"/>
                <a:ea typeface="Calibri (MS) Bold"/>
                <a:cs typeface="Calibri (MS) Bold"/>
                <a:sym typeface="Calibri (MS) Bold"/>
              </a:rPr>
              <a:t>A</a:t>
            </a:r>
            <a:r>
              <a:rPr b="1" sz="4000" lang="en-US">
                <a:solidFill>
                  <a:srgbClr val="0000FF"/>
                </a:solidFill>
                <a:latin typeface="Calibri (MS) Bold"/>
                <a:ea typeface="Calibri (MS) Bold"/>
                <a:cs typeface="Calibri (MS) Bold"/>
                <a:sym typeface="Calibri (MS) Bold"/>
              </a:rPr>
              <a:t>T</a:t>
            </a:r>
            <a:r>
              <a:rPr b="1" sz="4000" lang="en-US">
                <a:solidFill>
                  <a:srgbClr val="0000FF"/>
                </a:solidFill>
                <a:latin typeface="Calibri (MS) Bold"/>
                <a:ea typeface="Calibri (MS) Bold"/>
                <a:cs typeface="Calibri (MS) Bold"/>
                <a:sym typeface="Calibri (MS) Bold"/>
              </a:rPr>
              <a:t>C</a:t>
            </a:r>
            <a:r>
              <a:rPr b="1" sz="4000" lang="en-US">
                <a:solidFill>
                  <a:srgbClr val="0000FF"/>
                </a:solidFill>
                <a:latin typeface="Calibri (MS) Bold"/>
                <a:ea typeface="Calibri (MS) Bold"/>
                <a:cs typeface="Calibri (MS) Bold"/>
                <a:sym typeface="Calibri (MS) Bold"/>
              </a:rPr>
              <a:t>H</a:t>
            </a:r>
            <a:r>
              <a:rPr b="1" sz="4000" lang="en-US">
                <a:solidFill>
                  <a:srgbClr val="0000FF"/>
                </a:solidFill>
                <a:latin typeface="Calibri (MS) Bold"/>
                <a:ea typeface="Calibri (MS) Bold"/>
                <a:cs typeface="Calibri (MS) Bold"/>
                <a:sym typeface="Calibri (MS) Bold"/>
              </a:rPr>
              <a:t>A</a:t>
            </a:r>
            <a:r>
              <a:rPr b="1" sz="4000" lang="en-US">
                <a:solidFill>
                  <a:srgbClr val="0000FF"/>
                </a:solidFill>
                <a:latin typeface="Calibri (MS) Bold"/>
                <a:ea typeface="Calibri (MS) Bold"/>
                <a:cs typeface="Calibri (MS) Bold"/>
                <a:sym typeface="Calibri (MS) Bold"/>
              </a:rPr>
              <a:t>YA </a:t>
            </a:r>
            <a:r>
              <a:rPr b="1" sz="4000" lang="en-US">
                <a:solidFill>
                  <a:srgbClr val="0000FF"/>
                </a:solidFill>
                <a:latin typeface="Calibri (MS) Bold"/>
                <a:ea typeface="Calibri (MS) Bold"/>
                <a:cs typeface="Calibri (MS) Bold"/>
                <a:sym typeface="Calibri (MS) Bold"/>
              </a:rPr>
              <a:t> </a:t>
            </a:r>
            <a:r>
              <a:rPr b="1" sz="4000" lang="en-US">
                <a:solidFill>
                  <a:srgbClr val="0000FF"/>
                </a:solidFill>
                <a:latin typeface="Calibri (MS) Bold"/>
                <a:ea typeface="Calibri (MS) Bold"/>
                <a:cs typeface="Calibri (MS) Bold"/>
                <a:sym typeface="Calibri (MS) Bold"/>
              </a:rPr>
              <a:t>D</a:t>
            </a:r>
            <a:endParaRPr altLang="en-US" sz="4400" lang="zh-CN">
              <a:solidFill>
                <a:srgbClr val="C00000"/>
              </a:solidFill>
            </a:endParaRPr>
          </a:p>
          <a:p>
            <a:pPr algn="l" indent="0" marL="0">
              <a:lnSpc>
                <a:spcPts val="4799"/>
              </a:lnSpc>
              <a:spcBef>
                <a:spcPct val="0"/>
              </a:spcBef>
              <a:buNone/>
            </a:pPr>
            <a:r>
              <a:rPr altLang="en-US" b="1" sz="4000" lang="en-US">
                <a:solidFill>
                  <a:srgbClr val="0000FF"/>
                </a:solidFill>
                <a:latin typeface="Calibri (MS) Bold"/>
                <a:ea typeface="Calibri (MS) Bold"/>
                <a:cs typeface="Calibri (MS) Bold"/>
                <a:sym typeface="Calibri (MS) Bold"/>
              </a:rPr>
              <a:t>R</a:t>
            </a:r>
            <a:r>
              <a:rPr altLang="en-US" b="1" sz="4000" lang="en-US">
                <a:solidFill>
                  <a:srgbClr val="0000FF"/>
                </a:solidFill>
                <a:latin typeface="Calibri (MS) Bold"/>
                <a:ea typeface="Calibri (MS) Bold"/>
                <a:cs typeface="Calibri (MS) Bold"/>
                <a:sym typeface="Calibri (MS) Bold"/>
              </a:rPr>
              <a:t>e</a:t>
            </a:r>
            <a:r>
              <a:rPr altLang="en-US" b="1" sz="4000" lang="en-US">
                <a:solidFill>
                  <a:srgbClr val="0000FF"/>
                </a:solidFill>
                <a:latin typeface="Calibri (MS) Bold"/>
                <a:ea typeface="Calibri (MS) Bold"/>
                <a:cs typeface="Calibri (MS) Bold"/>
                <a:sym typeface="Calibri (MS) Bold"/>
              </a:rPr>
              <a:t>g</a:t>
            </a:r>
            <a:r>
              <a:rPr altLang="en-US" b="1" sz="4000" lang="en-US">
                <a:solidFill>
                  <a:srgbClr val="0000FF"/>
                </a:solidFill>
                <a:latin typeface="Calibri (MS) Bold"/>
                <a:ea typeface="Calibri (MS) Bold"/>
                <a:cs typeface="Calibri (MS) Bold"/>
                <a:sym typeface="Calibri (MS) Bold"/>
              </a:rPr>
              <a:t>i</a:t>
            </a:r>
            <a:r>
              <a:rPr altLang="en-US" b="1" sz="4000" lang="en-US">
                <a:solidFill>
                  <a:srgbClr val="0000FF"/>
                </a:solidFill>
                <a:latin typeface="Calibri (MS) Bold"/>
                <a:ea typeface="Calibri (MS) Bold"/>
                <a:cs typeface="Calibri (MS) Bold"/>
                <a:sym typeface="Calibri (MS) Bold"/>
              </a:rPr>
              <a:t>ster </a:t>
            </a:r>
            <a:r>
              <a:rPr altLang="en-US" b="1" sz="4000" lang="en-US">
                <a:solidFill>
                  <a:srgbClr val="0000FF"/>
                </a:solidFill>
                <a:latin typeface="Calibri (MS) Bold"/>
                <a:ea typeface="Calibri (MS) Bold"/>
                <a:cs typeface="Calibri (MS) Bold"/>
                <a:sym typeface="Calibri (MS) Bold"/>
              </a:rPr>
              <a:t>No </a:t>
            </a:r>
            <a:r>
              <a:rPr altLang="en-US" b="1" sz="4000" lang="en-US">
                <a:solidFill>
                  <a:srgbClr val="0000FF"/>
                </a:solidFill>
                <a:latin typeface="Calibri (MS) Bold"/>
                <a:ea typeface="Calibri (MS) Bold"/>
                <a:cs typeface="Calibri (MS) Bold"/>
                <a:sym typeface="Calibri (MS) Bold"/>
              </a:rPr>
              <a:t> </a:t>
            </a:r>
            <a:r>
              <a:rPr altLang="en-US" b="1" sz="4000" lang="en-US">
                <a:solidFill>
                  <a:srgbClr val="0000FF"/>
                </a:solidFill>
                <a:latin typeface="Calibri (MS) Bold"/>
                <a:ea typeface="Calibri (MS) Bold"/>
                <a:cs typeface="Calibri (MS) Bold"/>
                <a:sym typeface="Calibri (MS) Bold"/>
              </a:rPr>
              <a:t> </a:t>
            </a:r>
            <a:r>
              <a:rPr altLang="en-US" b="1" sz="4000" lang="en-US">
                <a:solidFill>
                  <a:srgbClr val="0000FF"/>
                </a:solidFill>
                <a:latin typeface="Calibri (MS) Bold"/>
                <a:ea typeface="Calibri (MS) Bold"/>
                <a:cs typeface="Calibri (MS) Bold"/>
                <a:sym typeface="Calibri (MS) Bold"/>
              </a:rPr>
              <a:t> </a:t>
            </a:r>
            <a:r>
              <a:rPr altLang="en-US" b="1" sz="4000" lang="en-US">
                <a:solidFill>
                  <a:srgbClr val="0000FF"/>
                </a:solidFill>
                <a:latin typeface="Calibri (MS) Bold"/>
                <a:ea typeface="Calibri (MS) Bold"/>
                <a:cs typeface="Calibri (MS) Bold"/>
                <a:sym typeface="Calibri (MS) Bold"/>
              </a:rPr>
              <a:t> </a:t>
            </a:r>
            <a:r>
              <a:rPr altLang="en-US" b="1" sz="4000" lang="en-US">
                <a:solidFill>
                  <a:srgbClr val="0000FF"/>
                </a:solidFill>
                <a:latin typeface="Calibri (MS) Bold"/>
                <a:ea typeface="Calibri (MS) Bold"/>
                <a:cs typeface="Calibri (MS) Bold"/>
                <a:sym typeface="Calibri (MS) Bold"/>
              </a:rPr>
              <a:t> </a:t>
            </a:r>
            <a:r>
              <a:rPr altLang="en-US" b="1" sz="4000" lang="en-US">
                <a:solidFill>
                  <a:srgbClr val="0000FF"/>
                </a:solidFill>
                <a:latin typeface="Calibri (MS) Bold"/>
                <a:ea typeface="Calibri (MS) Bold"/>
                <a:cs typeface="Calibri (MS) Bold"/>
                <a:sym typeface="Calibri (MS) Bold"/>
              </a:rPr>
              <a:t> </a:t>
            </a:r>
            <a:r>
              <a:rPr altLang="en-US" b="1" sz="4000" lang="en-US">
                <a:solidFill>
                  <a:srgbClr val="0000FF"/>
                </a:solidFill>
                <a:latin typeface="Calibri (MS) Bold"/>
                <a:ea typeface="Calibri (MS) Bold"/>
                <a:cs typeface="Calibri (MS) Bold"/>
                <a:sym typeface="Calibri (MS) Bold"/>
              </a:rPr>
              <a:t> </a:t>
            </a:r>
            <a:r>
              <a:rPr altLang="en-US" b="1" sz="4000" lang="en-US">
                <a:solidFill>
                  <a:srgbClr val="0000FF"/>
                </a:solidFill>
                <a:latin typeface="Calibri (MS) Bold"/>
                <a:ea typeface="Calibri (MS) Bold"/>
                <a:cs typeface="Calibri (MS) Bold"/>
                <a:sym typeface="Calibri (MS) Bold"/>
              </a:rPr>
              <a:t> </a:t>
            </a:r>
            <a:r>
              <a:rPr altLang="en-US" b="1" sz="4000" lang="en-US">
                <a:solidFill>
                  <a:srgbClr val="0000FF"/>
                </a:solidFill>
                <a:latin typeface="Calibri (MS) Bold"/>
                <a:ea typeface="Calibri (MS) Bold"/>
                <a:cs typeface="Calibri (MS) Bold"/>
                <a:sym typeface="Calibri (MS) Bold"/>
              </a:rPr>
              <a:t>:</a:t>
            </a:r>
            <a:r>
              <a:rPr altLang="en-US" b="1" sz="4000" lang="en-US">
                <a:solidFill>
                  <a:srgbClr val="0000FF"/>
                </a:solidFill>
                <a:latin typeface="Calibri (MS) Bold"/>
                <a:ea typeface="Calibri (MS) Bold"/>
                <a:cs typeface="Calibri (MS) Bold"/>
                <a:sym typeface="Calibri (MS) Bold"/>
              </a:rPr>
              <a:t> </a:t>
            </a:r>
            <a:r>
              <a:rPr altLang="en-US" b="1" sz="4000" lang="en-US">
                <a:solidFill>
                  <a:srgbClr val="0000FF"/>
                </a:solidFill>
                <a:latin typeface="Calibri (MS) Bold"/>
                <a:ea typeface="Calibri (MS) Bold"/>
                <a:cs typeface="Calibri (MS) Bold"/>
                <a:sym typeface="Calibri (MS) Bold"/>
              </a:rPr>
              <a:t>8</a:t>
            </a:r>
            <a:r>
              <a:rPr altLang="en-US" b="1" sz="4000" lang="en-US">
                <a:solidFill>
                  <a:srgbClr val="0000FF"/>
                </a:solidFill>
                <a:latin typeface="Calibri (MS) Bold"/>
                <a:ea typeface="Calibri (MS) Bold"/>
                <a:cs typeface="Calibri (MS) Bold"/>
                <a:sym typeface="Calibri (MS) Bold"/>
              </a:rPr>
              <a:t>1</a:t>
            </a:r>
            <a:r>
              <a:rPr altLang="en-US" b="1" sz="4000" lang="en-US">
                <a:solidFill>
                  <a:srgbClr val="0000FF"/>
                </a:solidFill>
                <a:latin typeface="Calibri (MS) Bold"/>
                <a:ea typeface="Calibri (MS) Bold"/>
                <a:cs typeface="Calibri (MS) Bold"/>
                <a:sym typeface="Calibri (MS) Bold"/>
              </a:rPr>
              <a:t>1</a:t>
            </a:r>
            <a:r>
              <a:rPr altLang="en-US" b="1" sz="4000" lang="en-US">
                <a:solidFill>
                  <a:srgbClr val="0000FF"/>
                </a:solidFill>
                <a:latin typeface="Calibri (MS) Bold"/>
                <a:ea typeface="Calibri (MS) Bold"/>
                <a:cs typeface="Calibri (MS) Bold"/>
                <a:sym typeface="Calibri (MS) Bold"/>
              </a:rPr>
              <a:t>5</a:t>
            </a:r>
            <a:r>
              <a:rPr altLang="en-US" b="1" sz="4000" lang="en-US">
                <a:solidFill>
                  <a:srgbClr val="0000FF"/>
                </a:solidFill>
                <a:latin typeface="Calibri (MS) Bold"/>
                <a:ea typeface="Calibri (MS) Bold"/>
                <a:cs typeface="Calibri (MS) Bold"/>
                <a:sym typeface="Calibri (MS) Bold"/>
              </a:rPr>
              <a:t>U</a:t>
            </a:r>
            <a:r>
              <a:rPr altLang="en-US" b="1" sz="4000" lang="en-US">
                <a:solidFill>
                  <a:srgbClr val="0000FF"/>
                </a:solidFill>
                <a:latin typeface="Calibri (MS) Bold"/>
                <a:ea typeface="Calibri (MS) Bold"/>
                <a:cs typeface="Calibri (MS) Bold"/>
                <a:sym typeface="Calibri (MS) Bold"/>
              </a:rPr>
              <a:t>2</a:t>
            </a:r>
            <a:r>
              <a:rPr altLang="en-US" b="1" sz="4000" lang="en-US">
                <a:solidFill>
                  <a:srgbClr val="0000FF"/>
                </a:solidFill>
                <a:latin typeface="Calibri (MS) Bold"/>
                <a:ea typeface="Calibri (MS) Bold"/>
                <a:cs typeface="Calibri (MS) Bold"/>
                <a:sym typeface="Calibri (MS) Bold"/>
              </a:rPr>
              <a:t>5</a:t>
            </a:r>
            <a:r>
              <a:rPr altLang="en-US" b="1" sz="4000" lang="en-US">
                <a:solidFill>
                  <a:srgbClr val="0000FF"/>
                </a:solidFill>
                <a:latin typeface="Calibri (MS) Bold"/>
                <a:ea typeface="Calibri (MS) Bold"/>
                <a:cs typeface="Calibri (MS) Bold"/>
                <a:sym typeface="Calibri (MS) Bold"/>
              </a:rPr>
              <a:t>I</a:t>
            </a:r>
            <a:r>
              <a:rPr altLang="en-US" b="1" sz="4000" lang="en-US">
                <a:solidFill>
                  <a:srgbClr val="0000FF"/>
                </a:solidFill>
                <a:latin typeface="Calibri (MS) Bold"/>
                <a:ea typeface="Calibri (MS) Bold"/>
                <a:cs typeface="Calibri (MS) Bold"/>
                <a:sym typeface="Calibri (MS) Bold"/>
              </a:rPr>
              <a:t>T</a:t>
            </a:r>
            <a:r>
              <a:rPr altLang="en-US" b="1" sz="4000" lang="en-US">
                <a:solidFill>
                  <a:srgbClr val="0000FF"/>
                </a:solidFill>
                <a:latin typeface="Calibri (MS) Bold"/>
                <a:ea typeface="Calibri (MS) Bold"/>
                <a:cs typeface="Calibri (MS) Bold"/>
                <a:sym typeface="Calibri (MS) Bold"/>
              </a:rPr>
              <a:t>0</a:t>
            </a:r>
            <a:r>
              <a:rPr altLang="en-US" b="1" sz="4000" lang="en-US">
                <a:solidFill>
                  <a:srgbClr val="0000FF"/>
                </a:solidFill>
                <a:latin typeface="Calibri (MS) Bold"/>
                <a:ea typeface="Calibri (MS) Bold"/>
                <a:cs typeface="Calibri (MS) Bold"/>
                <a:sym typeface="Calibri (MS) Bold"/>
              </a:rPr>
              <a:t>1</a:t>
            </a:r>
            <a:r>
              <a:rPr altLang="en-US" b="1" sz="4000" lang="en-US">
                <a:solidFill>
                  <a:srgbClr val="0000FF"/>
                </a:solidFill>
                <a:latin typeface="Calibri (MS) Bold"/>
                <a:ea typeface="Calibri (MS) Bold"/>
                <a:cs typeface="Calibri (MS) Bold"/>
                <a:sym typeface="Calibri (MS) Bold"/>
              </a:rPr>
              <a:t>4</a:t>
            </a:r>
            <a:endParaRPr altLang="en-US" sz="4400" lang="zh-CN">
              <a:solidFill>
                <a:srgbClr val="C00000"/>
              </a:solidFill>
            </a:endParaRPr>
          </a:p>
          <a:p>
            <a:pPr algn="l" indent="0" marL="0">
              <a:lnSpc>
                <a:spcPts val="4799"/>
              </a:lnSpc>
              <a:spcBef>
                <a:spcPct val="0"/>
              </a:spcBef>
              <a:buNone/>
            </a:pPr>
            <a:r>
              <a:rPr altLang="en-US" b="1" sz="4000" lang="en-US">
                <a:solidFill>
                  <a:srgbClr val="0000FF"/>
                </a:solidFill>
                <a:latin typeface="Calibri (MS) Bold"/>
                <a:ea typeface="Calibri (MS) Bold"/>
                <a:cs typeface="Calibri (MS) Bold"/>
                <a:sym typeface="Calibri (MS) Bold"/>
              </a:rPr>
              <a:t>R</a:t>
            </a:r>
            <a:r>
              <a:rPr altLang="en-US" b="1" sz="4000" lang="en-US">
                <a:solidFill>
                  <a:srgbClr val="0000FF"/>
                </a:solidFill>
                <a:latin typeface="Calibri (MS) Bold"/>
                <a:ea typeface="Calibri (MS) Bold"/>
                <a:cs typeface="Calibri (MS) Bold"/>
                <a:sym typeface="Calibri (MS) Bold"/>
              </a:rPr>
              <a:t>e</a:t>
            </a:r>
            <a:r>
              <a:rPr altLang="en-US" b="1" sz="4000" lang="en-US">
                <a:solidFill>
                  <a:srgbClr val="0000FF"/>
                </a:solidFill>
                <a:latin typeface="Calibri (MS) Bold"/>
                <a:ea typeface="Calibri (MS) Bold"/>
                <a:cs typeface="Calibri (MS) Bold"/>
                <a:sym typeface="Calibri (MS) Bold"/>
              </a:rPr>
              <a:t>g</a:t>
            </a:r>
            <a:r>
              <a:rPr altLang="en-US" b="1" sz="4000" lang="en-US">
                <a:solidFill>
                  <a:srgbClr val="0000FF"/>
                </a:solidFill>
                <a:latin typeface="Calibri (MS) Bold"/>
                <a:ea typeface="Calibri (MS) Bold"/>
                <a:cs typeface="Calibri (MS) Bold"/>
                <a:sym typeface="Calibri (MS) Bold"/>
              </a:rPr>
              <a:t> </a:t>
            </a:r>
            <a:r>
              <a:rPr altLang="en-US" b="1" sz="4000" lang="en-US">
                <a:solidFill>
                  <a:srgbClr val="0000FF"/>
                </a:solidFill>
                <a:latin typeface="Calibri (MS) Bold"/>
                <a:ea typeface="Calibri (MS) Bold"/>
                <a:cs typeface="Calibri (MS) Bold"/>
                <a:sym typeface="Calibri (MS) Bold"/>
              </a:rPr>
              <a:t>N</a:t>
            </a:r>
            <a:r>
              <a:rPr altLang="en-US" b="1" sz="4000" lang="en-US">
                <a:solidFill>
                  <a:srgbClr val="0000FF"/>
                </a:solidFill>
                <a:latin typeface="Calibri (MS) Bold"/>
                <a:ea typeface="Calibri (MS) Bold"/>
                <a:cs typeface="Calibri (MS) Bold"/>
                <a:sym typeface="Calibri (MS) Bold"/>
              </a:rPr>
              <a:t>o</a:t>
            </a:r>
            <a:r>
              <a:rPr altLang="en-US" b="1" sz="4000" lang="en-US">
                <a:solidFill>
                  <a:srgbClr val="0000FF"/>
                </a:solidFill>
                <a:latin typeface="Calibri (MS) Bold"/>
                <a:ea typeface="Calibri (MS) Bold"/>
                <a:cs typeface="Calibri (MS) Bold"/>
                <a:sym typeface="Calibri (MS) Bold"/>
              </a:rPr>
              <a:t> </a:t>
            </a:r>
            <a:r>
              <a:rPr altLang="en-US" b="1" sz="4000" lang="en-US">
                <a:solidFill>
                  <a:srgbClr val="0000FF"/>
                </a:solidFill>
                <a:latin typeface="Calibri (MS) Bold"/>
                <a:ea typeface="Calibri (MS) Bold"/>
                <a:cs typeface="Calibri (MS) Bold"/>
                <a:sym typeface="Calibri (MS) Bold"/>
              </a:rPr>
              <a:t> </a:t>
            </a:r>
            <a:r>
              <a:rPr altLang="en-US" b="1" sz="4000" lang="en-US">
                <a:solidFill>
                  <a:srgbClr val="0000FF"/>
                </a:solidFill>
                <a:latin typeface="Calibri (MS) Bold"/>
                <a:ea typeface="Calibri (MS) Bold"/>
                <a:cs typeface="Calibri (MS) Bold"/>
                <a:sym typeface="Calibri (MS) Bold"/>
              </a:rPr>
              <a:t> </a:t>
            </a:r>
            <a:r>
              <a:rPr altLang="en-US" b="1" sz="4000" lang="en-US">
                <a:solidFill>
                  <a:srgbClr val="0000FF"/>
                </a:solidFill>
                <a:latin typeface="Calibri (MS) Bold"/>
                <a:ea typeface="Calibri (MS) Bold"/>
                <a:cs typeface="Calibri (MS) Bold"/>
                <a:sym typeface="Calibri (MS) Bold"/>
              </a:rPr>
              <a:t> </a:t>
            </a:r>
            <a:r>
              <a:rPr altLang="en-US" b="1" sz="4000" lang="en-US">
                <a:solidFill>
                  <a:srgbClr val="0000FF"/>
                </a:solidFill>
                <a:latin typeface="Calibri (MS) Bold"/>
                <a:ea typeface="Calibri (MS) Bold"/>
                <a:cs typeface="Calibri (MS) Bold"/>
                <a:sym typeface="Calibri (MS) Bold"/>
              </a:rPr>
              <a:t> </a:t>
            </a:r>
            <a:r>
              <a:rPr altLang="en-US" b="1" sz="4000" lang="en-US">
                <a:solidFill>
                  <a:srgbClr val="0000FF"/>
                </a:solidFill>
                <a:latin typeface="Calibri (MS) Bold"/>
                <a:ea typeface="Calibri (MS) Bold"/>
                <a:cs typeface="Calibri (MS) Bold"/>
                <a:sym typeface="Calibri (MS) Bold"/>
              </a:rPr>
              <a:t> </a:t>
            </a:r>
            <a:r>
              <a:rPr altLang="en-US" b="1" sz="4000" lang="en-US">
                <a:solidFill>
                  <a:srgbClr val="0000FF"/>
                </a:solidFill>
                <a:latin typeface="Calibri (MS) Bold"/>
                <a:ea typeface="Calibri (MS) Bold"/>
                <a:cs typeface="Calibri (MS) Bold"/>
                <a:sym typeface="Calibri (MS) Bold"/>
              </a:rPr>
              <a:t> </a:t>
            </a:r>
            <a:r>
              <a:rPr altLang="en-US" b="1" sz="4000" lang="en-US">
                <a:solidFill>
                  <a:srgbClr val="0000FF"/>
                </a:solidFill>
                <a:latin typeface="Calibri (MS) Bold"/>
                <a:ea typeface="Calibri (MS) Bold"/>
                <a:cs typeface="Calibri (MS) Bold"/>
                <a:sym typeface="Calibri (MS) Bold"/>
              </a:rPr>
              <a:t> </a:t>
            </a:r>
            <a:r>
              <a:rPr altLang="en-US" b="1" sz="4000" lang="en-US">
                <a:solidFill>
                  <a:srgbClr val="0000FF"/>
                </a:solidFill>
                <a:latin typeface="Calibri (MS) Bold"/>
                <a:ea typeface="Calibri (MS) Bold"/>
                <a:cs typeface="Calibri (MS) Bold"/>
                <a:sym typeface="Calibri (MS) Bold"/>
              </a:rPr>
              <a:t> </a:t>
            </a:r>
            <a:r>
              <a:rPr altLang="en-US" b="1" sz="4000" lang="en-US">
                <a:solidFill>
                  <a:srgbClr val="0000FF"/>
                </a:solidFill>
                <a:latin typeface="Calibri (MS) Bold"/>
                <a:ea typeface="Calibri (MS) Bold"/>
                <a:cs typeface="Calibri (MS) Bold"/>
                <a:sym typeface="Calibri (MS) Bold"/>
              </a:rPr>
              <a:t> </a:t>
            </a:r>
            <a:r>
              <a:rPr altLang="en-US" b="1" sz="4000" lang="en-US">
                <a:solidFill>
                  <a:srgbClr val="0000FF"/>
                </a:solidFill>
                <a:latin typeface="Calibri (MS) Bold"/>
                <a:ea typeface="Calibri (MS) Bold"/>
                <a:cs typeface="Calibri (MS) Bold"/>
                <a:sym typeface="Calibri (MS) Bold"/>
              </a:rPr>
              <a:t> </a:t>
            </a:r>
            <a:r>
              <a:rPr altLang="en-US" b="1" sz="4000" lang="en-US">
                <a:solidFill>
                  <a:srgbClr val="0000FF"/>
                </a:solidFill>
                <a:latin typeface="Calibri (MS) Bold"/>
                <a:ea typeface="Calibri (MS) Bold"/>
                <a:cs typeface="Calibri (MS) Bold"/>
                <a:sym typeface="Calibri (MS) Bold"/>
              </a:rPr>
              <a:t> </a:t>
            </a:r>
            <a:r>
              <a:rPr altLang="en-US" b="1" sz="4000" lang="en-US">
                <a:solidFill>
                  <a:srgbClr val="0000FF"/>
                </a:solidFill>
                <a:latin typeface="Calibri (MS) Bold"/>
                <a:ea typeface="Calibri (MS) Bold"/>
                <a:cs typeface="Calibri (MS) Bold"/>
                <a:sym typeface="Calibri (MS) Bold"/>
              </a:rPr>
              <a:t> </a:t>
            </a:r>
            <a:r>
              <a:rPr altLang="en-US" b="1" sz="4000" lang="en-US">
                <a:solidFill>
                  <a:srgbClr val="0000FF"/>
                </a:solidFill>
                <a:latin typeface="Calibri (MS) Bold"/>
                <a:ea typeface="Calibri (MS) Bold"/>
                <a:cs typeface="Calibri (MS) Bold"/>
                <a:sym typeface="Calibri (MS) Bold"/>
              </a:rPr>
              <a:t> </a:t>
            </a:r>
            <a:r>
              <a:rPr altLang="en-US" b="1" sz="4000" lang="en-US">
                <a:solidFill>
                  <a:srgbClr val="0000FF"/>
                </a:solidFill>
                <a:latin typeface="Calibri (MS) Bold"/>
                <a:ea typeface="Calibri (MS) Bold"/>
                <a:cs typeface="Calibri (MS) Bold"/>
                <a:sym typeface="Calibri (MS) Bold"/>
              </a:rPr>
              <a:t> </a:t>
            </a:r>
            <a:r>
              <a:rPr altLang="en-US" b="1" sz="4000" lang="en-US">
                <a:solidFill>
                  <a:srgbClr val="0000FF"/>
                </a:solidFill>
                <a:latin typeface="Calibri (MS) Bold"/>
                <a:ea typeface="Calibri (MS) Bold"/>
                <a:cs typeface="Calibri (MS) Bold"/>
                <a:sym typeface="Calibri (MS) Bold"/>
              </a:rPr>
              <a:t> </a:t>
            </a:r>
            <a:r>
              <a:rPr altLang="en-US" b="1" sz="4000" lang="en-US">
                <a:solidFill>
                  <a:srgbClr val="0000FF"/>
                </a:solidFill>
                <a:latin typeface="Calibri (MS) Bold"/>
                <a:ea typeface="Calibri (MS) Bold"/>
                <a:cs typeface="Calibri (MS) Bold"/>
                <a:sym typeface="Calibri (MS) Bold"/>
              </a:rPr>
              <a:t> </a:t>
            </a:r>
            <a:r>
              <a:rPr altLang="en-US" b="1" sz="4000" lang="en-US">
                <a:solidFill>
                  <a:srgbClr val="0000FF"/>
                </a:solidFill>
                <a:latin typeface="Calibri (MS) Bold"/>
                <a:ea typeface="Calibri (MS) Bold"/>
                <a:cs typeface="Calibri (MS) Bold"/>
                <a:sym typeface="Calibri (MS) Bold"/>
              </a:rPr>
              <a:t>:</a:t>
            </a:r>
            <a:r>
              <a:rPr altLang="en-US" b="1" sz="4000" lang="en-US">
                <a:solidFill>
                  <a:srgbClr val="0000FF"/>
                </a:solidFill>
                <a:latin typeface="Calibri (MS) Bold"/>
                <a:ea typeface="Calibri (MS) Bold"/>
                <a:cs typeface="Calibri (MS) Bold"/>
                <a:sym typeface="Calibri (MS) Bold"/>
              </a:rPr>
              <a:t> </a:t>
            </a:r>
            <a:r>
              <a:rPr altLang="en-US" b="1" sz="4000" lang="en-US">
                <a:solidFill>
                  <a:srgbClr val="0000FF"/>
                </a:solidFill>
                <a:latin typeface="Calibri (MS) Bold"/>
                <a:ea typeface="Calibri (MS) Bold"/>
                <a:cs typeface="Calibri (MS) Bold"/>
                <a:sym typeface="Calibri (MS) Bold"/>
              </a:rPr>
              <a:t>F</a:t>
            </a:r>
            <a:r>
              <a:rPr altLang="en-US" b="1" sz="4000" lang="en-US">
                <a:solidFill>
                  <a:srgbClr val="0000FF"/>
                </a:solidFill>
                <a:latin typeface="Calibri (MS) Bold"/>
                <a:ea typeface="Calibri (MS) Bold"/>
                <a:cs typeface="Calibri (MS) Bold"/>
                <a:sym typeface="Calibri (MS) Bold"/>
              </a:rPr>
              <a:t>2</a:t>
            </a:r>
            <a:r>
              <a:rPr altLang="en-US" b="1" sz="4000" lang="en-US">
                <a:solidFill>
                  <a:srgbClr val="0000FF"/>
                </a:solidFill>
                <a:latin typeface="Calibri (MS) Bold"/>
                <a:ea typeface="Calibri (MS) Bold"/>
                <a:cs typeface="Calibri (MS) Bold"/>
                <a:sym typeface="Calibri (MS) Bold"/>
              </a:rPr>
              <a:t>5</a:t>
            </a:r>
            <a:r>
              <a:rPr altLang="en-US" b="1" sz="4000" lang="en-US">
                <a:solidFill>
                  <a:srgbClr val="0000FF"/>
                </a:solidFill>
                <a:latin typeface="Calibri (MS) Bold"/>
                <a:ea typeface="Calibri (MS) Bold"/>
                <a:cs typeface="Calibri (MS) Bold"/>
                <a:sym typeface="Calibri (MS) Bold"/>
              </a:rPr>
              <a:t>0</a:t>
            </a:r>
            <a:r>
              <a:rPr altLang="en-US" b="1" sz="4000" lang="en-US">
                <a:solidFill>
                  <a:srgbClr val="0000FF"/>
                </a:solidFill>
                <a:latin typeface="Calibri (MS) Bold"/>
                <a:ea typeface="Calibri (MS) Bold"/>
                <a:cs typeface="Calibri (MS) Bold"/>
                <a:sym typeface="Calibri (MS) Bold"/>
              </a:rPr>
              <a:t>8</a:t>
            </a:r>
            <a:endParaRPr altLang="en-US" sz="4400" lang="zh-CN">
              <a:solidFill>
                <a:srgbClr val="C00000"/>
              </a:solidFill>
            </a:endParaRPr>
          </a:p>
          <a:p>
            <a:pPr algn="l" indent="0" marL="0">
              <a:lnSpc>
                <a:spcPts val="4799"/>
              </a:lnSpc>
              <a:spcBef>
                <a:spcPct val="0"/>
              </a:spcBef>
              <a:buNone/>
            </a:pPr>
            <a:r>
              <a:rPr altLang="en-US" b="1" sz="4000" lang="en-US">
                <a:solidFill>
                  <a:srgbClr val="0000FF"/>
                </a:solidFill>
                <a:latin typeface="Calibri (MS) Bold"/>
                <a:ea typeface="Calibri (MS) Bold"/>
                <a:cs typeface="Calibri (MS) Bold"/>
                <a:sym typeface="Calibri (MS) Bold"/>
              </a:rPr>
              <a:t>Y</a:t>
            </a:r>
            <a:r>
              <a:rPr altLang="en-US" b="1" sz="4000" lang="en-US">
                <a:solidFill>
                  <a:srgbClr val="0000FF"/>
                </a:solidFill>
                <a:latin typeface="Calibri (MS) Bold"/>
                <a:ea typeface="Calibri (MS) Bold"/>
                <a:cs typeface="Calibri (MS) Bold"/>
                <a:sym typeface="Calibri (MS) Bold"/>
              </a:rPr>
              <a:t>e</a:t>
            </a:r>
            <a:r>
              <a:rPr altLang="en-US" b="1" sz="4000" lang="en-US">
                <a:solidFill>
                  <a:srgbClr val="0000FF"/>
                </a:solidFill>
                <a:latin typeface="Calibri (MS) Bold"/>
                <a:ea typeface="Calibri (MS) Bold"/>
                <a:cs typeface="Calibri (MS) Bold"/>
                <a:sym typeface="Calibri (MS) Bold"/>
              </a:rPr>
              <a:t>a</a:t>
            </a:r>
            <a:r>
              <a:rPr altLang="en-US" b="1" sz="4000" lang="en-US">
                <a:solidFill>
                  <a:srgbClr val="0000FF"/>
                </a:solidFill>
                <a:latin typeface="Calibri (MS) Bold"/>
                <a:ea typeface="Calibri (MS) Bold"/>
                <a:cs typeface="Calibri (MS) Bold"/>
                <a:sym typeface="Calibri (MS) Bold"/>
              </a:rPr>
              <a:t>r</a:t>
            </a:r>
            <a:r>
              <a:rPr altLang="en-US" b="1" sz="4000" lang="en-US">
                <a:solidFill>
                  <a:srgbClr val="0000FF"/>
                </a:solidFill>
                <a:latin typeface="Calibri (MS) Bold"/>
                <a:ea typeface="Calibri (MS) Bold"/>
                <a:cs typeface="Calibri (MS) Bold"/>
                <a:sym typeface="Calibri (MS) Bold"/>
              </a:rPr>
              <a:t> </a:t>
            </a:r>
            <a:r>
              <a:rPr altLang="en-US" b="1" sz="4000" lang="en-US">
                <a:solidFill>
                  <a:srgbClr val="0000FF"/>
                </a:solidFill>
                <a:latin typeface="Calibri (MS) Bold"/>
                <a:ea typeface="Calibri (MS) Bold"/>
                <a:cs typeface="Calibri (MS) Bold"/>
                <a:sym typeface="Calibri (MS) Bold"/>
              </a:rPr>
              <a:t>a</a:t>
            </a:r>
            <a:r>
              <a:rPr altLang="en-US" b="1" sz="4000" lang="en-US">
                <a:solidFill>
                  <a:srgbClr val="0000FF"/>
                </a:solidFill>
                <a:latin typeface="Calibri (MS) Bold"/>
                <a:ea typeface="Calibri (MS) Bold"/>
                <a:cs typeface="Calibri (MS) Bold"/>
                <a:sym typeface="Calibri (MS) Bold"/>
              </a:rPr>
              <a:t>n</a:t>
            </a:r>
            <a:r>
              <a:rPr altLang="en-US" b="1" sz="4000" lang="en-US">
                <a:solidFill>
                  <a:srgbClr val="0000FF"/>
                </a:solidFill>
                <a:latin typeface="Calibri (MS) Bold"/>
                <a:ea typeface="Calibri (MS) Bold"/>
                <a:cs typeface="Calibri (MS) Bold"/>
                <a:sym typeface="Calibri (MS) Bold"/>
              </a:rPr>
              <a:t>d</a:t>
            </a:r>
            <a:r>
              <a:rPr altLang="en-US" b="1" sz="4000" lang="en-US">
                <a:solidFill>
                  <a:srgbClr val="0000FF"/>
                </a:solidFill>
                <a:latin typeface="Calibri (MS) Bold"/>
                <a:ea typeface="Calibri (MS) Bold"/>
                <a:cs typeface="Calibri (MS) Bold"/>
                <a:sym typeface="Calibri (MS) Bold"/>
              </a:rPr>
              <a:t> </a:t>
            </a:r>
            <a:r>
              <a:rPr altLang="en-US" b="1" sz="4000" lang="en-US">
                <a:solidFill>
                  <a:srgbClr val="0000FF"/>
                </a:solidFill>
                <a:latin typeface="Calibri (MS) Bold"/>
                <a:ea typeface="Calibri (MS) Bold"/>
                <a:cs typeface="Calibri (MS) Bold"/>
                <a:sym typeface="Calibri (MS) Bold"/>
              </a:rPr>
              <a:t>S</a:t>
            </a:r>
            <a:r>
              <a:rPr altLang="en-US" b="1" sz="4000" lang="en-US">
                <a:solidFill>
                  <a:srgbClr val="0000FF"/>
                </a:solidFill>
                <a:latin typeface="Calibri (MS) Bold"/>
                <a:ea typeface="Calibri (MS) Bold"/>
                <a:cs typeface="Calibri (MS) Bold"/>
                <a:sym typeface="Calibri (MS) Bold"/>
              </a:rPr>
              <a:t>e</a:t>
            </a:r>
            <a:r>
              <a:rPr altLang="en-US" b="1" sz="4000" lang="en-US">
                <a:solidFill>
                  <a:srgbClr val="0000FF"/>
                </a:solidFill>
                <a:latin typeface="Calibri (MS) Bold"/>
                <a:ea typeface="Calibri (MS) Bold"/>
                <a:cs typeface="Calibri (MS) Bold"/>
                <a:sym typeface="Calibri (MS) Bold"/>
              </a:rPr>
              <a:t>c</a:t>
            </a:r>
            <a:r>
              <a:rPr altLang="en-US" b="1" sz="4000" lang="en-US">
                <a:solidFill>
                  <a:srgbClr val="0000FF"/>
                </a:solidFill>
                <a:latin typeface="Calibri (MS) Bold"/>
                <a:ea typeface="Calibri (MS) Bold"/>
                <a:cs typeface="Calibri (MS) Bold"/>
                <a:sym typeface="Calibri (MS) Bold"/>
              </a:rPr>
              <a:t> </a:t>
            </a:r>
            <a:r>
              <a:rPr altLang="en-US" b="1" sz="4000" lang="en-US">
                <a:solidFill>
                  <a:srgbClr val="0000FF"/>
                </a:solidFill>
                <a:latin typeface="Calibri (MS) Bold"/>
                <a:ea typeface="Calibri (MS) Bold"/>
                <a:cs typeface="Calibri (MS) Bold"/>
                <a:sym typeface="Calibri (MS) Bold"/>
              </a:rPr>
              <a:t> </a:t>
            </a:r>
            <a:r>
              <a:rPr altLang="en-US" b="1" sz="4000" lang="en-US">
                <a:solidFill>
                  <a:srgbClr val="0000FF"/>
                </a:solidFill>
                <a:latin typeface="Calibri (MS) Bold"/>
                <a:ea typeface="Calibri (MS) Bold"/>
                <a:cs typeface="Calibri (MS) Bold"/>
                <a:sym typeface="Calibri (MS) Bold"/>
              </a:rPr>
              <a:t> </a:t>
            </a:r>
            <a:r>
              <a:rPr altLang="en-US" b="1" sz="4000" lang="en-US">
                <a:solidFill>
                  <a:srgbClr val="0000FF"/>
                </a:solidFill>
                <a:latin typeface="Calibri (MS) Bold"/>
                <a:ea typeface="Calibri (MS) Bold"/>
                <a:cs typeface="Calibri (MS) Bold"/>
                <a:sym typeface="Calibri (MS) Bold"/>
              </a:rPr>
              <a:t> </a:t>
            </a:r>
            <a:r>
              <a:rPr altLang="en-US" b="1" sz="4000" lang="en-US">
                <a:solidFill>
                  <a:srgbClr val="0000FF"/>
                </a:solidFill>
                <a:latin typeface="Calibri (MS) Bold"/>
                <a:ea typeface="Calibri (MS) Bold"/>
                <a:cs typeface="Calibri (MS) Bold"/>
                <a:sym typeface="Calibri (MS) Bold"/>
              </a:rPr>
              <a:t> </a:t>
            </a:r>
            <a:r>
              <a:rPr altLang="en-US" b="1" sz="4000" lang="en-US">
                <a:solidFill>
                  <a:srgbClr val="0000FF"/>
                </a:solidFill>
                <a:latin typeface="Calibri (MS) Bold"/>
                <a:ea typeface="Calibri (MS) Bold"/>
                <a:cs typeface="Calibri (MS) Bold"/>
                <a:sym typeface="Calibri (MS) Bold"/>
              </a:rPr>
              <a:t> </a:t>
            </a:r>
            <a:r>
              <a:rPr altLang="en-US" b="1" sz="4000" lang="en-US">
                <a:solidFill>
                  <a:srgbClr val="0000FF"/>
                </a:solidFill>
                <a:latin typeface="Calibri (MS) Bold"/>
                <a:ea typeface="Calibri (MS) Bold"/>
                <a:cs typeface="Calibri (MS) Bold"/>
                <a:sym typeface="Calibri (MS) Bold"/>
              </a:rPr>
              <a:t> </a:t>
            </a:r>
            <a:r>
              <a:rPr altLang="en-US" b="1" sz="4000" lang="en-US">
                <a:solidFill>
                  <a:srgbClr val="0000FF"/>
                </a:solidFill>
                <a:latin typeface="Calibri (MS) Bold"/>
                <a:ea typeface="Calibri (MS) Bold"/>
                <a:cs typeface="Calibri (MS) Bold"/>
                <a:sym typeface="Calibri (MS) Bold"/>
              </a:rPr>
              <a:t>:</a:t>
            </a:r>
            <a:r>
              <a:rPr altLang="en-US" b="1" sz="4000" lang="en-US">
                <a:solidFill>
                  <a:srgbClr val="0000FF"/>
                </a:solidFill>
                <a:latin typeface="Calibri (MS) Bold"/>
                <a:ea typeface="Calibri (MS) Bold"/>
                <a:cs typeface="Calibri (MS) Bold"/>
                <a:sym typeface="Calibri (MS) Bold"/>
              </a:rPr>
              <a:t> </a:t>
            </a:r>
            <a:r>
              <a:rPr altLang="en-US" b="1" sz="4000" lang="en-US">
                <a:solidFill>
                  <a:srgbClr val="0000FF"/>
                </a:solidFill>
                <a:latin typeface="Calibri (MS) Bold"/>
                <a:ea typeface="Calibri (MS) Bold"/>
                <a:cs typeface="Calibri (MS) Bold"/>
                <a:sym typeface="Calibri (MS) Bold"/>
              </a:rPr>
              <a:t>1</a:t>
            </a:r>
            <a:r>
              <a:rPr altLang="en-US" b="1" sz="4000" lang="en-US">
                <a:solidFill>
                  <a:srgbClr val="0000FF"/>
                </a:solidFill>
                <a:latin typeface="Calibri (MS) Bold"/>
                <a:ea typeface="Calibri (MS) Bold"/>
                <a:cs typeface="Calibri (MS) Bold"/>
                <a:sym typeface="Calibri (MS) Bold"/>
              </a:rPr>
              <a:t> </a:t>
            </a:r>
            <a:r>
              <a:rPr altLang="en-US" b="1" sz="4000" lang="en-US">
                <a:solidFill>
                  <a:srgbClr val="0000FF"/>
                </a:solidFill>
                <a:latin typeface="Calibri (MS) Bold"/>
                <a:ea typeface="Calibri (MS) Bold"/>
                <a:cs typeface="Calibri (MS) Bold"/>
                <a:sym typeface="Calibri (MS) Bold"/>
              </a:rPr>
              <a:t>I</a:t>
            </a:r>
            <a:r>
              <a:rPr altLang="en-US" b="1" sz="4000" lang="en-US">
                <a:solidFill>
                  <a:srgbClr val="0000FF"/>
                </a:solidFill>
                <a:latin typeface="Calibri (MS) Bold"/>
                <a:ea typeface="Calibri (MS) Bold"/>
                <a:cs typeface="Calibri (MS) Bold"/>
                <a:sym typeface="Calibri (MS) Bold"/>
              </a:rPr>
              <a:t>T</a:t>
            </a:r>
            <a:r>
              <a:rPr altLang="en-US" b="1" sz="4000" lang="en-US">
                <a:solidFill>
                  <a:srgbClr val="0000FF"/>
                </a:solidFill>
                <a:latin typeface="Calibri (MS) Bold"/>
                <a:ea typeface="Calibri (MS) Bold"/>
                <a:cs typeface="Calibri (MS) Bold"/>
                <a:sym typeface="Calibri (MS) Bold"/>
              </a:rPr>
              <a:t> </a:t>
            </a:r>
            <a:r>
              <a:rPr altLang="en-US" b="1" sz="4000" lang="en-US">
                <a:solidFill>
                  <a:srgbClr val="0000FF"/>
                </a:solidFill>
                <a:latin typeface="Calibri (MS) Bold"/>
                <a:ea typeface="Calibri (MS) Bold"/>
                <a:cs typeface="Calibri (MS) Bold"/>
                <a:sym typeface="Calibri (MS) Bold"/>
              </a:rPr>
              <a:t>F</a:t>
            </a:r>
            <a:endParaRPr altLang="en-US" lang="zh-CN">
              <a:solidFill>
                <a:srgbClr val="C00000"/>
              </a:solidFill>
            </a:endParaRPr>
          </a:p>
        </p:txBody>
      </p:sp>
      <p:grpSp>
        <p:nvGrpSpPr>
          <p:cNvPr id="28" name="Group 3"/>
          <p:cNvGrpSpPr/>
          <p:nvPr/>
        </p:nvGrpSpPr>
        <p:grpSpPr>
          <a:xfrm rot="0">
            <a:off x="3046810" y="3335316"/>
            <a:ext cx="12656344" cy="1808184"/>
            <a:chOff x="120000" y="60000"/>
            <a:chExt cx="16635126" cy="5909324"/>
          </a:xfrm>
        </p:grpSpPr>
        <p:sp>
          <p:nvSpPr>
            <p:cNvPr id="1048591" name="Freeform 4"/>
            <p:cNvSpPr/>
            <p:nvPr/>
          </p:nvSpPr>
          <p:spPr>
            <a:xfrm rot="0" flipH="0" flipV="0">
              <a:off x="-120000" y="-60000"/>
              <a:ext cx="16875126" cy="6029324"/>
            </a:xfrm>
            <a:custGeom>
              <a:avLst/>
              <a:ahLst/>
              <a:rect l="l" t="t" r="r" b="b"/>
              <a:pathLst>
                <a:path w="16875126" h="6029324">
                  <a:moveTo>
                    <a:pt x="0" y="0"/>
                  </a:moveTo>
                  <a:lnTo>
                    <a:pt x="16875126" y="0"/>
                  </a:lnTo>
                  <a:lnTo>
                    <a:pt x="16875126" y="6029324"/>
                  </a:lnTo>
                  <a:lnTo>
                    <a:pt x="0" y="6029324"/>
                  </a:lnTo>
                  <a:close/>
                </a:path>
              </a:pathLst>
            </a:custGeom>
            <a:solidFill>
              <a:srgbClr val="000000">
                <a:alpha val="0"/>
              </a:srgbClr>
            </a:solidFill>
          </p:spPr>
        </p:sp>
        <p:sp>
          <p:nvSpPr>
            <p:cNvPr id="1048592" name="TextBox 5"/>
            <p:cNvSpPr txBox="1"/>
            <p:nvPr/>
          </p:nvSpPr>
          <p:spPr>
            <a:xfrm>
              <a:off x="120000" y="-178125"/>
              <a:ext cx="16635126" cy="6147449"/>
            </a:xfrm>
            <a:prstGeom prst="rect"/>
          </p:spPr>
          <p:txBody>
            <a:bodyPr anchor="t" bIns="0" lIns="0" rIns="0" rtlCol="0" tIns="0"/>
            <a:lstStyle>
              <a:defPPr>
                <a:defRPr lang="en-US"/>
              </a:defPPr>
              <a:lvl1pPr algn="l" defTabSz="914400" eaLnBrk="1" hangingPunct="1" latinLnBrk="0" marL="0" rtl="0">
                <a:defRPr sz="1800" kern="1200">
                  <a:solidFill>
                    <a:srgbClr val="000000"/>
                  </a:solidFill>
                  <a:latin typeface="+mn-lt"/>
                  <a:ea typeface="+mn-ea"/>
                  <a:cs typeface="+mn-cs"/>
                </a:defRPr>
              </a:lvl1pPr>
              <a:lvl2pPr algn="l" defTabSz="914400" eaLnBrk="1" hangingPunct="1" latinLnBrk="0" marL="457200" rtl="0">
                <a:defRPr sz="1800" kern="1200">
                  <a:solidFill>
                    <a:srgbClr val="000000"/>
                  </a:solidFill>
                  <a:latin typeface="+mn-lt"/>
                  <a:ea typeface="+mn-ea"/>
                  <a:cs typeface="+mn-cs"/>
                </a:defRPr>
              </a:lvl2pPr>
              <a:lvl3pPr algn="l" defTabSz="914400" eaLnBrk="1" hangingPunct="1" latinLnBrk="0" marL="914400" rtl="0">
                <a:defRPr sz="1800" kern="1200">
                  <a:solidFill>
                    <a:srgbClr val="000000"/>
                  </a:solidFill>
                  <a:latin typeface="+mn-lt"/>
                  <a:ea typeface="+mn-ea"/>
                  <a:cs typeface="+mn-cs"/>
                </a:defRPr>
              </a:lvl3pPr>
              <a:lvl4pPr algn="l" defTabSz="914400" eaLnBrk="1" hangingPunct="1" latinLnBrk="0" marL="1371600" rtl="0">
                <a:defRPr sz="1800" kern="1200">
                  <a:solidFill>
                    <a:srgbClr val="000000"/>
                  </a:solidFill>
                  <a:latin typeface="+mn-lt"/>
                  <a:ea typeface="+mn-ea"/>
                  <a:cs typeface="+mn-cs"/>
                </a:defRPr>
              </a:lvl4pPr>
              <a:lvl5pPr algn="l" defTabSz="914400" eaLnBrk="1" hangingPunct="1" latinLnBrk="0" marL="1828800" rtl="0">
                <a:defRPr sz="1800" kern="1200">
                  <a:solidFill>
                    <a:srgbClr val="000000"/>
                  </a:solidFill>
                  <a:latin typeface="+mn-lt"/>
                  <a:ea typeface="+mn-ea"/>
                  <a:cs typeface="+mn-cs"/>
                </a:defRPr>
              </a:lvl5pPr>
              <a:lvl6pPr algn="l" defTabSz="914400" eaLnBrk="1" hangingPunct="1" latinLnBrk="0" marL="2286000" rtl="0">
                <a:defRPr sz="1800" kern="1200">
                  <a:solidFill>
                    <a:srgbClr val="000000"/>
                  </a:solidFill>
                  <a:latin typeface="+mn-lt"/>
                  <a:ea typeface="+mn-ea"/>
                  <a:cs typeface="+mn-cs"/>
                </a:defRPr>
              </a:lvl6pPr>
              <a:lvl7pPr algn="l" defTabSz="914400" eaLnBrk="1" hangingPunct="1" latinLnBrk="0" marL="2743200" rtl="0">
                <a:defRPr sz="1800" kern="1200">
                  <a:solidFill>
                    <a:srgbClr val="000000"/>
                  </a:solidFill>
                  <a:latin typeface="+mn-lt"/>
                  <a:ea typeface="+mn-ea"/>
                  <a:cs typeface="+mn-cs"/>
                </a:defRPr>
              </a:lvl7pPr>
              <a:lvl8pPr algn="l" defTabSz="914400" eaLnBrk="1" hangingPunct="1" latinLnBrk="0" marL="3200400" rtl="0">
                <a:defRPr sz="1800" kern="1200">
                  <a:solidFill>
                    <a:srgbClr val="000000"/>
                  </a:solidFill>
                  <a:latin typeface="+mn-lt"/>
                  <a:ea typeface="+mn-ea"/>
                  <a:cs typeface="+mn-cs"/>
                </a:defRPr>
              </a:lvl8pPr>
              <a:lvl9pPr algn="l" defTabSz="914400" eaLnBrk="1" hangingPunct="1" latinLnBrk="0" marL="3657600" rtl="0">
                <a:defRPr sz="1800" kern="1200">
                  <a:solidFill>
                    <a:srgbClr val="000000"/>
                  </a:solidFill>
                  <a:latin typeface="+mn-lt"/>
                  <a:ea typeface="+mn-ea"/>
                  <a:cs typeface="+mn-cs"/>
                </a:defRPr>
              </a:lvl9pPr>
            </a:lstStyle>
            <a:p>
              <a:pPr algn="ctr">
                <a:lnSpc>
                  <a:spcPts val="5400"/>
                </a:lnSpc>
              </a:pPr>
              <a:r>
                <a:rPr b="1" sz="4000" lang="en-US">
                  <a:solidFill>
                    <a:srgbClr val="FF0066"/>
                  </a:solidFill>
                  <a:latin typeface="Arial MT Pro Bold"/>
                  <a:ea typeface="Arial MT Pro Bold"/>
                  <a:cs typeface="Arial MT Pro Bold"/>
                  <a:sym typeface="Arial MT Pro Bold"/>
                </a:rPr>
                <a:t>S</a:t>
              </a:r>
              <a:r>
                <a:rPr b="1" sz="4000" lang="en-US">
                  <a:solidFill>
                    <a:srgbClr val="FF0066"/>
                  </a:solidFill>
                  <a:latin typeface="Arial MT Pro Bold"/>
                  <a:ea typeface="Arial MT Pro Bold"/>
                  <a:cs typeface="Arial MT Pro Bold"/>
                  <a:sym typeface="Arial MT Pro Bold"/>
                </a:rPr>
                <a:t>T</a:t>
              </a:r>
              <a:r>
                <a:rPr b="1" sz="4000" lang="en-US">
                  <a:solidFill>
                    <a:srgbClr val="FF0066"/>
                  </a:solidFill>
                  <a:latin typeface="Arial MT Pro Bold"/>
                  <a:ea typeface="Arial MT Pro Bold"/>
                  <a:cs typeface="Arial MT Pro Bold"/>
                  <a:sym typeface="Arial MT Pro Bold"/>
                </a:rPr>
                <a:t>U</a:t>
              </a:r>
              <a:r>
                <a:rPr b="1" sz="4000" lang="en-US">
                  <a:solidFill>
                    <a:srgbClr val="FF0066"/>
                  </a:solidFill>
                  <a:latin typeface="Arial MT Pro Bold"/>
                  <a:ea typeface="Arial MT Pro Bold"/>
                  <a:cs typeface="Arial MT Pro Bold"/>
                  <a:sym typeface="Arial MT Pro Bold"/>
                </a:rPr>
                <a:t>D</a:t>
              </a:r>
              <a:r>
                <a:rPr b="1" sz="4000" lang="en-US">
                  <a:solidFill>
                    <a:srgbClr val="FF0066"/>
                  </a:solidFill>
                  <a:latin typeface="Arial MT Pro Bold"/>
                  <a:ea typeface="Arial MT Pro Bold"/>
                  <a:cs typeface="Arial MT Pro Bold"/>
                  <a:sym typeface="Arial MT Pro Bold"/>
                </a:rPr>
                <a:t>E</a:t>
              </a:r>
              <a:r>
                <a:rPr b="1" sz="4000" lang="en-US">
                  <a:solidFill>
                    <a:srgbClr val="FF0066"/>
                  </a:solidFill>
                  <a:latin typeface="Arial MT Pro Bold"/>
                  <a:ea typeface="Arial MT Pro Bold"/>
                  <a:cs typeface="Arial MT Pro Bold"/>
                  <a:sym typeface="Arial MT Pro Bold"/>
                </a:rPr>
                <a:t>N</a:t>
              </a:r>
              <a:r>
                <a:rPr b="1" sz="4000" lang="en-US">
                  <a:solidFill>
                    <a:srgbClr val="FF0066"/>
                  </a:solidFill>
                  <a:latin typeface="Arial MT Pro Bold"/>
                  <a:ea typeface="Arial MT Pro Bold"/>
                  <a:cs typeface="Arial MT Pro Bold"/>
                  <a:sym typeface="Arial MT Pro Bold"/>
                </a:rPr>
                <a:t>T</a:t>
              </a:r>
              <a:r>
                <a:rPr b="1" sz="4000" lang="en-US">
                  <a:solidFill>
                    <a:srgbClr val="FF0066"/>
                  </a:solidFill>
                  <a:latin typeface="Arial MT Pro Bold"/>
                  <a:ea typeface="Arial MT Pro Bold"/>
                  <a:cs typeface="Arial MT Pro Bold"/>
                  <a:sym typeface="Arial MT Pro Bold"/>
                </a:rPr>
                <a:t> </a:t>
              </a:r>
              <a:r>
                <a:rPr b="1" sz="4000" lang="en-US">
                  <a:solidFill>
                    <a:srgbClr val="FF0066"/>
                  </a:solidFill>
                  <a:latin typeface="Arial MT Pro Bold"/>
                  <a:ea typeface="Arial MT Pro Bold"/>
                  <a:cs typeface="Arial MT Pro Bold"/>
                  <a:sym typeface="Arial MT Pro Bold"/>
                </a:rPr>
                <a:t>R</a:t>
              </a:r>
              <a:r>
                <a:rPr b="1" sz="4000" lang="en-US">
                  <a:solidFill>
                    <a:srgbClr val="FF0066"/>
                  </a:solidFill>
                  <a:latin typeface="Arial MT Pro Bold"/>
                  <a:ea typeface="Arial MT Pro Bold"/>
                  <a:cs typeface="Arial MT Pro Bold"/>
                  <a:sym typeface="Arial MT Pro Bold"/>
                </a:rPr>
                <a:t>E</a:t>
              </a:r>
              <a:r>
                <a:rPr b="1" sz="4000" lang="en-US">
                  <a:solidFill>
                    <a:srgbClr val="FF0066"/>
                  </a:solidFill>
                  <a:latin typeface="Arial MT Pro Bold"/>
                  <a:ea typeface="Arial MT Pro Bold"/>
                  <a:cs typeface="Arial MT Pro Bold"/>
                  <a:sym typeface="Arial MT Pro Bold"/>
                </a:rPr>
                <a:t>C</a:t>
              </a:r>
              <a:r>
                <a:rPr b="1" sz="4000" lang="en-US">
                  <a:solidFill>
                    <a:srgbClr val="FF0066"/>
                  </a:solidFill>
                  <a:latin typeface="Arial MT Pro Bold"/>
                  <a:ea typeface="Arial MT Pro Bold"/>
                  <a:cs typeface="Arial MT Pro Bold"/>
                  <a:sym typeface="Arial MT Pro Bold"/>
                </a:rPr>
                <a:t>O</a:t>
              </a:r>
              <a:r>
                <a:rPr b="1" sz="4000" lang="en-US">
                  <a:solidFill>
                    <a:srgbClr val="FF0066"/>
                  </a:solidFill>
                  <a:latin typeface="Arial MT Pro Bold"/>
                  <a:ea typeface="Arial MT Pro Bold"/>
                  <a:cs typeface="Arial MT Pro Bold"/>
                  <a:sym typeface="Arial MT Pro Bold"/>
                </a:rPr>
                <a:t>RD </a:t>
              </a:r>
              <a:r>
                <a:rPr b="1" sz="4000" lang="en-US">
                  <a:solidFill>
                    <a:srgbClr val="FF0066"/>
                  </a:solidFill>
                  <a:latin typeface="Arial MT Pro Bold"/>
                  <a:ea typeface="Arial MT Pro Bold"/>
                  <a:cs typeface="Arial MT Pro Bold"/>
                  <a:sym typeface="Arial MT Pro Bold"/>
                </a:rPr>
                <a:t>M</a:t>
              </a:r>
              <a:r>
                <a:rPr b="1" sz="4000" lang="en-US">
                  <a:solidFill>
                    <a:srgbClr val="FF0066"/>
                  </a:solidFill>
                  <a:latin typeface="Arial MT Pro Bold"/>
                  <a:ea typeface="Arial MT Pro Bold"/>
                  <a:cs typeface="Arial MT Pro Bold"/>
                  <a:sym typeface="Arial MT Pro Bold"/>
                </a:rPr>
                <a:t>A</a:t>
              </a:r>
              <a:r>
                <a:rPr b="1" sz="4000" lang="en-US">
                  <a:solidFill>
                    <a:srgbClr val="FF0066"/>
                  </a:solidFill>
                  <a:latin typeface="Arial MT Pro Bold"/>
                  <a:ea typeface="Arial MT Pro Bold"/>
                  <a:cs typeface="Arial MT Pro Bold"/>
                  <a:sym typeface="Arial MT Pro Bold"/>
                </a:rPr>
                <a:t>N</a:t>
              </a:r>
              <a:r>
                <a:rPr b="1" sz="4000" lang="en-US">
                  <a:solidFill>
                    <a:srgbClr val="FF0066"/>
                  </a:solidFill>
                  <a:latin typeface="Arial MT Pro Bold"/>
                  <a:ea typeface="Arial MT Pro Bold"/>
                  <a:cs typeface="Arial MT Pro Bold"/>
                  <a:sym typeface="Arial MT Pro Bold"/>
                </a:rPr>
                <a:t>A</a:t>
              </a:r>
              <a:r>
                <a:rPr b="1" sz="4000" lang="en-US">
                  <a:solidFill>
                    <a:srgbClr val="FF0066"/>
                  </a:solidFill>
                  <a:latin typeface="Arial MT Pro Bold"/>
                  <a:ea typeface="Arial MT Pro Bold"/>
                  <a:cs typeface="Arial MT Pro Bold"/>
                  <a:sym typeface="Arial MT Pro Bold"/>
                </a:rPr>
                <a:t>G</a:t>
              </a:r>
              <a:r>
                <a:rPr b="1" sz="4000" lang="en-US">
                  <a:solidFill>
                    <a:srgbClr val="FF0066"/>
                  </a:solidFill>
                  <a:latin typeface="Arial MT Pro Bold"/>
                  <a:ea typeface="Arial MT Pro Bold"/>
                  <a:cs typeface="Arial MT Pro Bold"/>
                  <a:sym typeface="Arial MT Pro Bold"/>
                </a:rPr>
                <a:t>EMENT </a:t>
              </a:r>
              <a:r>
                <a:rPr b="1" sz="4000" lang="en-US">
                  <a:solidFill>
                    <a:srgbClr val="FF0066"/>
                  </a:solidFill>
                  <a:latin typeface="Arial MT Pro Bold"/>
                  <a:ea typeface="Arial MT Pro Bold"/>
                  <a:cs typeface="Arial MT Pro Bold"/>
                  <a:sym typeface="Arial MT Pro Bold"/>
                </a:rPr>
                <a:t>SYSTEM </a:t>
              </a:r>
              <a:endParaRPr altLang="en-US" sz="4400" lang="zh-CN"/>
            </a:p>
            <a:p>
              <a:pPr algn="ctr">
                <a:lnSpc>
                  <a:spcPts val="3600"/>
                </a:lnSpc>
              </a:pPr>
              <a:endParaRPr sz="2800"/>
            </a:p>
            <a:p>
              <a:pPr algn="ctr">
                <a:lnSpc>
                  <a:spcPts val="3600"/>
                </a:lnSpc>
              </a:pPr>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43" name=""/>
        <p:cNvGrpSpPr/>
        <p:nvPr/>
      </p:nvGrpSpPr>
      <p:grpSpPr>
        <a:xfrm>
          <a:off x="0" y="0"/>
          <a:ext cx="0" cy="0"/>
          <a:chOff x="0" y="0"/>
          <a:chExt cx="0" cy="0"/>
        </a:xfrm>
      </p:grpSpPr>
      <p:sp>
        <p:nvSpPr>
          <p:cNvPr id="1048599" name="Freeform 3"/>
          <p:cNvSpPr/>
          <p:nvPr/>
        </p:nvSpPr>
        <p:spPr>
          <a:xfrm rot="0" flipH="0" flipV="0">
            <a:off x="2786201" y="315411"/>
            <a:ext cx="12530000" cy="1811047"/>
          </a:xfrm>
          <a:custGeom>
            <a:avLst/>
            <a:ahLst/>
            <a:rect l="l" t="t" r="r" b="b"/>
            <a:pathLst>
              <a:path w="16459200" h="2286000">
                <a:moveTo>
                  <a:pt x="0" y="0"/>
                </a:moveTo>
                <a:lnTo>
                  <a:pt x="16459200" y="0"/>
                </a:lnTo>
                <a:lnTo>
                  <a:pt x="16459200" y="2286000"/>
                </a:lnTo>
                <a:lnTo>
                  <a:pt x="0" y="2286000"/>
                </a:lnTo>
                <a:close/>
              </a:path>
            </a:pathLst>
          </a:custGeom>
          <a:solidFill>
            <a:srgbClr val="000000">
              <a:alpha val="0"/>
            </a:srgbClr>
          </a:solidFill>
        </p:spPr>
      </p:sp>
      <p:grpSp>
        <p:nvGrpSpPr>
          <p:cNvPr id="44" name="Group 5"/>
          <p:cNvGrpSpPr/>
          <p:nvPr/>
        </p:nvGrpSpPr>
        <p:grpSpPr>
          <a:xfrm rot="0">
            <a:off x="5725648" y="2499834"/>
            <a:ext cx="10273972" cy="10884945"/>
            <a:chOff x="121900" y="60933"/>
            <a:chExt cx="8354038" cy="9219595"/>
          </a:xfrm>
        </p:grpSpPr>
        <p:sp>
          <p:nvSpPr>
            <p:cNvPr id="1048600" name="Freeform 6"/>
            <p:cNvSpPr/>
            <p:nvPr/>
          </p:nvSpPr>
          <p:spPr>
            <a:xfrm rot="0" flipH="0" flipV="0">
              <a:off x="-121900" y="-60933"/>
              <a:ext cx="8597839" cy="9341462"/>
            </a:xfrm>
            <a:custGeom>
              <a:avLst/>
              <a:ahLst/>
              <a:rect l="l" t="t" r="r" b="b"/>
              <a:pathLst>
                <a:path w="8597839" h="9341462">
                  <a:moveTo>
                    <a:pt x="0" y="0"/>
                  </a:moveTo>
                  <a:lnTo>
                    <a:pt x="8597839" y="0"/>
                  </a:lnTo>
                  <a:lnTo>
                    <a:pt x="8597839" y="9341462"/>
                  </a:lnTo>
                  <a:lnTo>
                    <a:pt x="0" y="9341462"/>
                  </a:lnTo>
                  <a:close/>
                </a:path>
              </a:pathLst>
            </a:custGeom>
            <a:solidFill>
              <a:srgbClr val="000000">
                <a:alpha val="0"/>
              </a:srgbClr>
            </a:solidFill>
          </p:spPr>
        </p:sp>
        <p:sp>
          <p:nvSpPr>
            <p:cNvPr id="1048601" name="TextBox 7"/>
            <p:cNvSpPr txBox="1"/>
            <p:nvPr/>
          </p:nvSpPr>
          <p:spPr>
            <a:xfrm>
              <a:off x="121900" y="-215292"/>
              <a:ext cx="8354038" cy="9495820"/>
            </a:xfrm>
            <a:prstGeom prst="rect"/>
          </p:spPr>
          <p:txBody>
            <a:bodyPr anchor="t" bIns="0" lIns="0" rIns="0" rtlCol="0" tIns="0"/>
            <a:p>
              <a:pPr algn="just" indent="-327340" lvl="1" marL="654680">
                <a:lnSpc>
                  <a:spcPts val="6479"/>
                </a:lnSpc>
                <a:buAutoNum type="arabicPeriod" startAt="1"/>
              </a:pPr>
              <a:r>
                <a:rPr b="1" sz="4800" lang="en-US">
                  <a:solidFill>
                    <a:srgbClr val="000000"/>
                  </a:solidFill>
                  <a:latin typeface="Arial MT Pro Bold"/>
                  <a:ea typeface="Arial MT Pro Bold"/>
                  <a:cs typeface="Arial MT Pro Bold"/>
                  <a:sym typeface="Arial MT Pro Bold"/>
                </a:rPr>
                <a:t>Project Introduction</a:t>
              </a:r>
              <a:endParaRPr b="1" sz="5400"/>
            </a:p>
            <a:p>
              <a:pPr algn="just" indent="-327340" lvl="1" marL="654680">
                <a:lnSpc>
                  <a:spcPts val="6479"/>
                </a:lnSpc>
                <a:buAutoNum type="arabicPeriod" startAt="1"/>
              </a:pPr>
              <a:r>
                <a:rPr b="1" sz="4800" lang="en-US">
                  <a:solidFill>
                    <a:srgbClr val="000000"/>
                  </a:solidFill>
                  <a:latin typeface="Arial MT Pro Bold"/>
                  <a:ea typeface="Arial MT Pro Bold"/>
                  <a:cs typeface="Arial MT Pro Bold"/>
                  <a:sym typeface="Arial MT Pro Bold"/>
                </a:rPr>
                <a:t>Objective</a:t>
              </a:r>
              <a:endParaRPr b="1" sz="5400"/>
            </a:p>
            <a:p>
              <a:pPr algn="just" indent="-327340" lvl="1" marL="654680">
                <a:lnSpc>
                  <a:spcPts val="6479"/>
                </a:lnSpc>
                <a:buAutoNum type="arabicPeriod" startAt="1"/>
              </a:pPr>
              <a:r>
                <a:rPr b="1" sz="4800" lang="en-US">
                  <a:solidFill>
                    <a:srgbClr val="000000"/>
                  </a:solidFill>
                  <a:latin typeface="Arial MT Pro Bold"/>
                  <a:ea typeface="Arial MT Pro Bold"/>
                  <a:cs typeface="Arial MT Pro Bold"/>
                  <a:sym typeface="Arial MT Pro Bold"/>
                </a:rPr>
                <a:t>Problem Statement</a:t>
              </a:r>
              <a:endParaRPr b="1" sz="5400"/>
            </a:p>
            <a:p>
              <a:pPr algn="just" indent="-327340" lvl="1" marL="654680">
                <a:lnSpc>
                  <a:spcPts val="6479"/>
                </a:lnSpc>
                <a:buAutoNum type="arabicPeriod" startAt="1"/>
              </a:pPr>
              <a:r>
                <a:rPr b="1" sz="4800" lang="en-US">
                  <a:solidFill>
                    <a:srgbClr val="000000"/>
                  </a:solidFill>
                  <a:latin typeface="Arial MT Pro Bold"/>
                  <a:ea typeface="Arial MT Pro Bold"/>
                  <a:cs typeface="Arial MT Pro Bold"/>
                  <a:sym typeface="Arial MT Pro Bold"/>
                </a:rPr>
                <a:t>Technologies Used</a:t>
              </a:r>
              <a:endParaRPr b="1" sz="5400"/>
            </a:p>
            <a:p>
              <a:pPr algn="just" indent="-327340" lvl="1" marL="654680">
                <a:lnSpc>
                  <a:spcPts val="6479"/>
                </a:lnSpc>
                <a:buAutoNum type="arabicPeriod" startAt="1"/>
              </a:pPr>
              <a:r>
                <a:rPr b="1" sz="4800" lang="en-US">
                  <a:solidFill>
                    <a:srgbClr val="000000"/>
                  </a:solidFill>
                  <a:latin typeface="Arial MT Pro Bold"/>
                  <a:ea typeface="Arial MT Pro Bold"/>
                  <a:cs typeface="Arial MT Pro Bold"/>
                  <a:sym typeface="Arial MT Pro Bold"/>
                </a:rPr>
                <a:t>F</a:t>
              </a:r>
              <a:r>
                <a:rPr b="1" sz="4800" lang="en-US">
                  <a:solidFill>
                    <a:srgbClr val="000000"/>
                  </a:solidFill>
                  <a:latin typeface="Arial MT Pro Bold"/>
                  <a:ea typeface="Arial MT Pro Bold"/>
                  <a:cs typeface="Arial MT Pro Bold"/>
                  <a:sym typeface="Arial MT Pro Bold"/>
                </a:rPr>
                <a:t>l</a:t>
              </a:r>
              <a:r>
                <a:rPr b="1" sz="4800" lang="en-US">
                  <a:solidFill>
                    <a:srgbClr val="000000"/>
                  </a:solidFill>
                  <a:latin typeface="Arial MT Pro Bold"/>
                  <a:ea typeface="Arial MT Pro Bold"/>
                  <a:cs typeface="Arial MT Pro Bold"/>
                  <a:sym typeface="Arial MT Pro Bold"/>
                </a:rPr>
                <a:t>o</a:t>
              </a:r>
              <a:r>
                <a:rPr b="1" sz="4800" lang="en-US">
                  <a:solidFill>
                    <a:srgbClr val="000000"/>
                  </a:solidFill>
                  <a:latin typeface="Arial MT Pro Bold"/>
                  <a:ea typeface="Arial MT Pro Bold"/>
                  <a:cs typeface="Arial MT Pro Bold"/>
                  <a:sym typeface="Arial MT Pro Bold"/>
                </a:rPr>
                <a:t>w</a:t>
              </a:r>
              <a:r>
                <a:rPr b="1" sz="4800" lang="en-US">
                  <a:solidFill>
                    <a:srgbClr val="000000"/>
                  </a:solidFill>
                  <a:latin typeface="Arial MT Pro Bold"/>
                  <a:ea typeface="Arial MT Pro Bold"/>
                  <a:cs typeface="Arial MT Pro Bold"/>
                  <a:sym typeface="Arial MT Pro Bold"/>
                </a:rPr>
                <a:t> </a:t>
              </a:r>
              <a:r>
                <a:rPr b="1" sz="4800" lang="en-US">
                  <a:solidFill>
                    <a:srgbClr val="000000"/>
                  </a:solidFill>
                  <a:latin typeface="Arial MT Pro Bold"/>
                  <a:ea typeface="Arial MT Pro Bold"/>
                  <a:cs typeface="Arial MT Pro Bold"/>
                  <a:sym typeface="Arial MT Pro Bold"/>
                </a:rPr>
                <a:t>c</a:t>
              </a:r>
              <a:r>
                <a:rPr b="1" sz="4800" lang="en-US">
                  <a:solidFill>
                    <a:srgbClr val="000000"/>
                  </a:solidFill>
                  <a:latin typeface="Arial MT Pro Bold"/>
                  <a:ea typeface="Arial MT Pro Bold"/>
                  <a:cs typeface="Arial MT Pro Bold"/>
                  <a:sym typeface="Arial MT Pro Bold"/>
                </a:rPr>
                <a:t>h</a:t>
              </a:r>
              <a:r>
                <a:rPr b="1" sz="4800" lang="en-US">
                  <a:solidFill>
                    <a:srgbClr val="000000"/>
                  </a:solidFill>
                  <a:latin typeface="Arial MT Pro Bold"/>
                  <a:ea typeface="Arial MT Pro Bold"/>
                  <a:cs typeface="Arial MT Pro Bold"/>
                  <a:sym typeface="Arial MT Pro Bold"/>
                </a:rPr>
                <a:t>a</a:t>
              </a:r>
              <a:r>
                <a:rPr b="1" sz="4800" lang="en-US">
                  <a:solidFill>
                    <a:srgbClr val="000000"/>
                  </a:solidFill>
                  <a:latin typeface="Arial MT Pro Bold"/>
                  <a:ea typeface="Arial MT Pro Bold"/>
                  <a:cs typeface="Arial MT Pro Bold"/>
                  <a:sym typeface="Arial MT Pro Bold"/>
                </a:rPr>
                <a:t>r</a:t>
              </a:r>
              <a:r>
                <a:rPr b="1" sz="4800" lang="en-US">
                  <a:solidFill>
                    <a:srgbClr val="000000"/>
                  </a:solidFill>
                  <a:latin typeface="Arial MT Pro Bold"/>
                  <a:ea typeface="Arial MT Pro Bold"/>
                  <a:cs typeface="Arial MT Pro Bold"/>
                  <a:sym typeface="Arial MT Pro Bold"/>
                </a:rPr>
                <a:t>t</a:t>
              </a:r>
              <a:endParaRPr b="1" sz="5400"/>
            </a:p>
            <a:p>
              <a:pPr algn="just" indent="-327340" lvl="1" marL="654680">
                <a:lnSpc>
                  <a:spcPts val="6479"/>
                </a:lnSpc>
                <a:buAutoNum type="arabicPeriod" startAt="1"/>
              </a:pPr>
              <a:r>
                <a:rPr b="1" sz="4800" lang="en-US">
                  <a:solidFill>
                    <a:srgbClr val="000000"/>
                  </a:solidFill>
                  <a:latin typeface="Arial MT Pro Bold"/>
                  <a:ea typeface="Arial MT Pro Bold"/>
                  <a:cs typeface="Arial MT Pro Bold"/>
                  <a:sym typeface="Arial MT Pro Bold"/>
                </a:rPr>
                <a:t>Modules </a:t>
              </a:r>
              <a:endParaRPr b="1" sz="5400"/>
            </a:p>
            <a:p>
              <a:pPr algn="just" indent="-327340" lvl="1" marL="654680">
                <a:lnSpc>
                  <a:spcPts val="6479"/>
                </a:lnSpc>
                <a:buAutoNum type="arabicPeriod" startAt="1"/>
              </a:pPr>
              <a:r>
                <a:rPr b="1" sz="4800" lang="en-US">
                  <a:solidFill>
                    <a:srgbClr val="000000"/>
                  </a:solidFill>
                  <a:latin typeface="Arial MT Pro Bold"/>
                  <a:ea typeface="Arial MT Pro Bold"/>
                  <a:cs typeface="Arial MT Pro Bold"/>
                  <a:sym typeface="Arial MT Pro Bold"/>
                </a:rPr>
                <a:t>M</a:t>
              </a:r>
              <a:r>
                <a:rPr b="1" sz="4800" lang="en-US">
                  <a:solidFill>
                    <a:srgbClr val="000000"/>
                  </a:solidFill>
                  <a:latin typeface="Arial MT Pro Bold"/>
                  <a:ea typeface="Arial MT Pro Bold"/>
                  <a:cs typeface="Arial MT Pro Bold"/>
                  <a:sym typeface="Arial MT Pro Bold"/>
                </a:rPr>
                <a:t>odul</a:t>
              </a:r>
              <a:r>
                <a:rPr b="1" sz="4800" lang="en-US">
                  <a:solidFill>
                    <a:srgbClr val="000000"/>
                  </a:solidFill>
                  <a:latin typeface="Arial MT Pro Bold"/>
                  <a:ea typeface="Arial MT Pro Bold"/>
                  <a:cs typeface="Arial MT Pro Bold"/>
                  <a:sym typeface="Arial MT Pro Bold"/>
                </a:rPr>
                <a:t>e</a:t>
              </a:r>
              <a:r>
                <a:rPr b="1" sz="4800" lang="en-US">
                  <a:solidFill>
                    <a:srgbClr val="000000"/>
                  </a:solidFill>
                  <a:latin typeface="Arial MT Pro Bold"/>
                  <a:ea typeface="Arial MT Pro Bold"/>
                  <a:cs typeface="Arial MT Pro Bold"/>
                  <a:sym typeface="Arial MT Pro Bold"/>
                </a:rPr>
                <a:t>s</a:t>
              </a:r>
              <a:r>
                <a:rPr b="1" sz="4800" lang="en-US">
                  <a:solidFill>
                    <a:srgbClr val="000000"/>
                  </a:solidFill>
                  <a:latin typeface="Arial MT Pro Bold"/>
                  <a:ea typeface="Arial MT Pro Bold"/>
                  <a:cs typeface="Arial MT Pro Bold"/>
                  <a:sym typeface="Arial MT Pro Bold"/>
                </a:rPr>
                <a:t> </a:t>
              </a:r>
              <a:r>
                <a:rPr b="1" sz="4800" lang="en-US">
                  <a:solidFill>
                    <a:srgbClr val="000000"/>
                  </a:solidFill>
                  <a:latin typeface="Arial MT Pro Bold"/>
                  <a:ea typeface="Arial MT Pro Bold"/>
                  <a:cs typeface="Arial MT Pro Bold"/>
                  <a:sym typeface="Arial MT Pro Bold"/>
                </a:rPr>
                <a:t>Explanation</a:t>
              </a:r>
              <a:endParaRPr b="1" sz="5400"/>
            </a:p>
            <a:p>
              <a:pPr algn="just" indent="-327340" lvl="1" marL="654680">
                <a:lnSpc>
                  <a:spcPts val="6479"/>
                </a:lnSpc>
                <a:buAutoNum type="arabicPeriod" startAt="1"/>
              </a:pPr>
              <a:r>
                <a:rPr b="1" sz="4800" lang="en-US">
                  <a:solidFill>
                    <a:srgbClr val="000000"/>
                  </a:solidFill>
                  <a:latin typeface="Arial MT Pro Bold"/>
                  <a:ea typeface="Arial MT Pro Bold"/>
                  <a:cs typeface="Arial MT Pro Bold"/>
                  <a:sym typeface="Arial MT Pro Bold"/>
                </a:rPr>
                <a:t>C</a:t>
              </a:r>
              <a:r>
                <a:rPr b="1" sz="4800" lang="en-US">
                  <a:solidFill>
                    <a:srgbClr val="000000"/>
                  </a:solidFill>
                  <a:latin typeface="Arial MT Pro Bold"/>
                  <a:ea typeface="Arial MT Pro Bold"/>
                  <a:cs typeface="Arial MT Pro Bold"/>
                  <a:sym typeface="Arial MT Pro Bold"/>
                </a:rPr>
                <a:t>o</a:t>
              </a:r>
              <a:r>
                <a:rPr b="1" sz="4800" lang="en-US">
                  <a:solidFill>
                    <a:srgbClr val="000000"/>
                  </a:solidFill>
                  <a:latin typeface="Arial MT Pro Bold"/>
                  <a:ea typeface="Arial MT Pro Bold"/>
                  <a:cs typeface="Arial MT Pro Bold"/>
                  <a:sym typeface="Arial MT Pro Bold"/>
                </a:rPr>
                <a:t>d</a:t>
              </a:r>
              <a:r>
                <a:rPr b="1" sz="4800" lang="en-US">
                  <a:solidFill>
                    <a:srgbClr val="000000"/>
                  </a:solidFill>
                  <a:latin typeface="Arial MT Pro Bold"/>
                  <a:ea typeface="Arial MT Pro Bold"/>
                  <a:cs typeface="Arial MT Pro Bold"/>
                  <a:sym typeface="Arial MT Pro Bold"/>
                </a:rPr>
                <a:t>e</a:t>
              </a:r>
              <a:r>
                <a:rPr b="1" sz="4800" lang="en-US">
                  <a:solidFill>
                    <a:srgbClr val="000000"/>
                  </a:solidFill>
                  <a:latin typeface="Arial MT Pro Bold"/>
                  <a:ea typeface="Arial MT Pro Bold"/>
                  <a:cs typeface="Arial MT Pro Bold"/>
                  <a:sym typeface="Arial MT Pro Bold"/>
                </a:rPr>
                <a:t>t</a:t>
              </a:r>
              <a:r>
                <a:rPr b="1" sz="4800" lang="en-US">
                  <a:solidFill>
                    <a:srgbClr val="000000"/>
                  </a:solidFill>
                  <a:latin typeface="Arial MT Pro Bold"/>
                  <a:ea typeface="Arial MT Pro Bold"/>
                  <a:cs typeface="Arial MT Pro Bold"/>
                  <a:sym typeface="Arial MT Pro Bold"/>
                </a:rPr>
                <a:t>a</a:t>
              </a:r>
              <a:r>
                <a:rPr b="1" sz="4800" lang="en-US">
                  <a:solidFill>
                    <a:srgbClr val="000000"/>
                  </a:solidFill>
                  <a:latin typeface="Arial MT Pro Bold"/>
                  <a:ea typeface="Arial MT Pro Bold"/>
                  <a:cs typeface="Arial MT Pro Bold"/>
                  <a:sym typeface="Arial MT Pro Bold"/>
                </a:rPr>
                <a:t>n</a:t>
              </a:r>
              <a:r>
                <a:rPr b="1" sz="4800" lang="en-US">
                  <a:solidFill>
                    <a:srgbClr val="000000"/>
                  </a:solidFill>
                  <a:latin typeface="Arial MT Pro Bold"/>
                  <a:ea typeface="Arial MT Pro Bold"/>
                  <a:cs typeface="Arial MT Pro Bold"/>
                  <a:sym typeface="Arial MT Pro Bold"/>
                </a:rPr>
                <a:t>t</a:t>
              </a:r>
              <a:r>
                <a:rPr b="1" sz="4800" lang="en-US">
                  <a:solidFill>
                    <a:srgbClr val="000000"/>
                  </a:solidFill>
                  <a:latin typeface="Arial MT Pro Bold"/>
                  <a:ea typeface="Arial MT Pro Bold"/>
                  <a:cs typeface="Arial MT Pro Bold"/>
                  <a:sym typeface="Arial MT Pro Bold"/>
                </a:rPr>
                <a:t>r</a:t>
              </a:r>
              <a:r>
                <a:rPr b="1" sz="4800" lang="en-US">
                  <a:solidFill>
                    <a:srgbClr val="000000"/>
                  </a:solidFill>
                  <a:latin typeface="Arial MT Pro Bold"/>
                  <a:ea typeface="Arial MT Pro Bold"/>
                  <a:cs typeface="Arial MT Pro Bold"/>
                  <a:sym typeface="Arial MT Pro Bold"/>
                </a:rPr>
                <a:t>a</a:t>
              </a:r>
              <a:r>
                <a:rPr b="1" sz="4800" lang="en-US">
                  <a:solidFill>
                    <a:srgbClr val="000000"/>
                  </a:solidFill>
                  <a:latin typeface="Arial MT Pro Bold"/>
                  <a:ea typeface="Arial MT Pro Bold"/>
                  <a:cs typeface="Arial MT Pro Bold"/>
                  <a:sym typeface="Arial MT Pro Bold"/>
                </a:rPr>
                <a:t> </a:t>
              </a:r>
              <a:r>
                <a:rPr b="1" sz="4800" lang="en-US">
                  <a:solidFill>
                    <a:srgbClr val="000000"/>
                  </a:solidFill>
                  <a:latin typeface="Arial MT Pro Bold"/>
                  <a:ea typeface="Arial MT Pro Bold"/>
                  <a:cs typeface="Arial MT Pro Bold"/>
                  <a:sym typeface="Arial MT Pro Bold"/>
                </a:rPr>
                <a:t>I</a:t>
              </a:r>
              <a:r>
                <a:rPr b="1" sz="4800" lang="en-US">
                  <a:solidFill>
                    <a:srgbClr val="000000"/>
                  </a:solidFill>
                  <a:latin typeface="Arial MT Pro Bold"/>
                  <a:ea typeface="Arial MT Pro Bold"/>
                  <a:cs typeface="Arial MT Pro Bold"/>
                  <a:sym typeface="Arial MT Pro Bold"/>
                </a:rPr>
                <a:t>m</a:t>
              </a:r>
              <a:r>
                <a:rPr b="1" sz="4800" lang="en-US">
                  <a:solidFill>
                    <a:srgbClr val="000000"/>
                  </a:solidFill>
                  <a:latin typeface="Arial MT Pro Bold"/>
                  <a:ea typeface="Arial MT Pro Bold"/>
                  <a:cs typeface="Arial MT Pro Bold"/>
                  <a:sym typeface="Arial MT Pro Bold"/>
                </a:rPr>
                <a:t>p</a:t>
              </a:r>
              <a:r>
                <a:rPr b="1" sz="4800" lang="en-US">
                  <a:solidFill>
                    <a:srgbClr val="000000"/>
                  </a:solidFill>
                  <a:latin typeface="Arial MT Pro Bold"/>
                  <a:ea typeface="Arial MT Pro Bold"/>
                  <a:cs typeface="Arial MT Pro Bold"/>
                  <a:sym typeface="Arial MT Pro Bold"/>
                </a:rPr>
                <a:t>l</a:t>
              </a:r>
              <a:r>
                <a:rPr b="1" sz="4800" lang="en-US">
                  <a:solidFill>
                    <a:srgbClr val="000000"/>
                  </a:solidFill>
                  <a:latin typeface="Arial MT Pro Bold"/>
                  <a:ea typeface="Arial MT Pro Bold"/>
                  <a:cs typeface="Arial MT Pro Bold"/>
                  <a:sym typeface="Arial MT Pro Bold"/>
                </a:rPr>
                <a:t>e</a:t>
              </a:r>
              <a:r>
                <a:rPr b="1" sz="4800" lang="en-US">
                  <a:solidFill>
                    <a:srgbClr val="000000"/>
                  </a:solidFill>
                  <a:latin typeface="Arial MT Pro Bold"/>
                  <a:ea typeface="Arial MT Pro Bold"/>
                  <a:cs typeface="Arial MT Pro Bold"/>
                  <a:sym typeface="Arial MT Pro Bold"/>
                </a:rPr>
                <a:t>mentation </a:t>
              </a:r>
              <a:endParaRPr b="1" sz="5400"/>
            </a:p>
            <a:p>
              <a:pPr algn="just" indent="-327340" lvl="1" marL="654680">
                <a:lnSpc>
                  <a:spcPts val="6479"/>
                </a:lnSpc>
                <a:buAutoNum type="arabicPeriod" startAt="1"/>
              </a:pPr>
              <a:r>
                <a:rPr b="1" sz="4800" lang="en-US">
                  <a:solidFill>
                    <a:srgbClr val="000000"/>
                  </a:solidFill>
                  <a:latin typeface="Arial MT Pro Bold"/>
                  <a:ea typeface="Arial MT Pro Bold"/>
                  <a:cs typeface="Arial MT Pro Bold"/>
                  <a:sym typeface="Arial MT Pro Bold"/>
                </a:rPr>
                <a:t>O</a:t>
              </a:r>
              <a:r>
                <a:rPr b="1" sz="4800" lang="en-US">
                  <a:solidFill>
                    <a:srgbClr val="000000"/>
                  </a:solidFill>
                  <a:latin typeface="Arial MT Pro Bold"/>
                  <a:ea typeface="Arial MT Pro Bold"/>
                  <a:cs typeface="Arial MT Pro Bold"/>
                  <a:sym typeface="Arial MT Pro Bold"/>
                </a:rPr>
                <a:t>u</a:t>
              </a:r>
              <a:r>
                <a:rPr b="1" sz="4800" lang="en-US">
                  <a:solidFill>
                    <a:srgbClr val="000000"/>
                  </a:solidFill>
                  <a:latin typeface="Arial MT Pro Bold"/>
                  <a:ea typeface="Arial MT Pro Bold"/>
                  <a:cs typeface="Arial MT Pro Bold"/>
                  <a:sym typeface="Arial MT Pro Bold"/>
                </a:rPr>
                <a:t>t</a:t>
              </a:r>
              <a:r>
                <a:rPr b="1" sz="4800" lang="en-US">
                  <a:solidFill>
                    <a:srgbClr val="000000"/>
                  </a:solidFill>
                  <a:latin typeface="Arial MT Pro Bold"/>
                  <a:ea typeface="Arial MT Pro Bold"/>
                  <a:cs typeface="Arial MT Pro Bold"/>
                  <a:sym typeface="Arial MT Pro Bold"/>
                </a:rPr>
                <a:t>p</a:t>
              </a:r>
              <a:r>
                <a:rPr b="1" sz="4800" lang="en-US">
                  <a:solidFill>
                    <a:srgbClr val="000000"/>
                  </a:solidFill>
                  <a:latin typeface="Arial MT Pro Bold"/>
                  <a:ea typeface="Arial MT Pro Bold"/>
                  <a:cs typeface="Arial MT Pro Bold"/>
                  <a:sym typeface="Arial MT Pro Bold"/>
                </a:rPr>
                <a:t>u</a:t>
              </a:r>
              <a:r>
                <a:rPr b="1" sz="4800" lang="en-US">
                  <a:solidFill>
                    <a:srgbClr val="000000"/>
                  </a:solidFill>
                  <a:latin typeface="Arial MT Pro Bold"/>
                  <a:ea typeface="Arial MT Pro Bold"/>
                  <a:cs typeface="Arial MT Pro Bold"/>
                  <a:sym typeface="Arial MT Pro Bold"/>
                </a:rPr>
                <a:t>t</a:t>
              </a:r>
              <a:endParaRPr b="1" sz="5400"/>
            </a:p>
            <a:p>
              <a:pPr algn="just" indent="-327340" lvl="1" marL="654680">
                <a:lnSpc>
                  <a:spcPts val="6479"/>
                </a:lnSpc>
              </a:pPr>
              <a:endParaRPr b="1"/>
            </a:p>
          </p:txBody>
        </p:sp>
      </p:grpSp>
      <p:sp>
        <p:nvSpPr>
          <p:cNvPr id="1048602" name="Freeform 8"/>
          <p:cNvSpPr/>
          <p:nvPr/>
        </p:nvSpPr>
        <p:spPr>
          <a:xfrm rot="0" flipH="0" flipV="0">
            <a:off x="1247775" y="321469"/>
            <a:ext cx="1600200" cy="1585912"/>
          </a:xfrm>
          <a:custGeom>
            <a:avLst/>
            <a:ahLst/>
            <a:rect l="l" t="t" r="r" b="b"/>
            <a:pathLst>
              <a:path w="1600200" h="1585912">
                <a:moveTo>
                  <a:pt x="0" y="0"/>
                </a:moveTo>
                <a:lnTo>
                  <a:pt x="1600200" y="0"/>
                </a:lnTo>
                <a:lnTo>
                  <a:pt x="1600200" y="1585913"/>
                </a:lnTo>
                <a:lnTo>
                  <a:pt x="0" y="1585913"/>
                </a:lnTo>
                <a:lnTo>
                  <a:pt x="0" y="0"/>
                </a:lnTo>
                <a:close/>
              </a:path>
            </a:pathLst>
          </a:custGeom>
          <a:blipFill>
            <a:blip xmlns:r="http://schemas.openxmlformats.org/officeDocument/2006/relationships" r:embed="rId1"/>
            <a:stretch>
              <a:fillRect l="0" t="0" r="0" b="-115"/>
            </a:stretch>
          </a:blipFill>
        </p:spPr>
      </p:sp>
      <p:sp>
        <p:nvSpPr>
          <p:cNvPr id="1048603" name="Freeform 9" descr="KRCE Tiruchirappalli : Admission 2024, Courses, Fees, Placement, Cut Off"/>
          <p:cNvSpPr/>
          <p:nvPr/>
        </p:nvSpPr>
        <p:spPr>
          <a:xfrm rot="0" flipH="0" flipV="0">
            <a:off x="15085220" y="500062"/>
            <a:ext cx="1828800" cy="1771650"/>
          </a:xfrm>
          <a:custGeom>
            <a:avLst/>
            <a:ahLst/>
            <a:rect l="l" t="t" r="r" b="b"/>
            <a:pathLst>
              <a:path w="1828800" h="1771650">
                <a:moveTo>
                  <a:pt x="0" y="0"/>
                </a:moveTo>
                <a:lnTo>
                  <a:pt x="1828800" y="0"/>
                </a:lnTo>
                <a:lnTo>
                  <a:pt x="1828800" y="1771650"/>
                </a:lnTo>
                <a:lnTo>
                  <a:pt x="0" y="1771650"/>
                </a:lnTo>
                <a:lnTo>
                  <a:pt x="0" y="0"/>
                </a:lnTo>
                <a:close/>
              </a:path>
            </a:pathLst>
          </a:custGeom>
          <a:blipFill>
            <a:blip xmlns:r="http://schemas.openxmlformats.org/officeDocument/2006/relationships" r:embed="rId2"/>
            <a:stretch>
              <a:fillRect l="0" t="0" r="0" b="0"/>
            </a:stretch>
          </a:blipFill>
        </p:spPr>
      </p:sp>
      <p:grpSp>
        <p:nvGrpSpPr>
          <p:cNvPr id="45" name="Group 10"/>
          <p:cNvGrpSpPr/>
          <p:nvPr/>
        </p:nvGrpSpPr>
        <p:grpSpPr>
          <a:xfrm rot="0">
            <a:off x="1028700" y="9277809"/>
            <a:ext cx="4264820" cy="545307"/>
            <a:chOff x="121900" y="60933"/>
            <a:chExt cx="5442626" cy="605209"/>
          </a:xfrm>
        </p:grpSpPr>
        <p:sp>
          <p:nvSpPr>
            <p:cNvPr id="1048604" name="Freeform 11"/>
            <p:cNvSpPr/>
            <p:nvPr/>
          </p:nvSpPr>
          <p:spPr>
            <a:xfrm rot="0" flipH="0" flipV="0">
              <a:off x="-121900" y="-60933"/>
              <a:ext cx="5686426" cy="727076"/>
            </a:xfrm>
            <a:custGeom>
              <a:avLst/>
              <a:ahLst/>
              <a:rect l="l" t="t" r="r" b="b"/>
              <a:pathLst>
                <a:path w="5686426" h="727076">
                  <a:moveTo>
                    <a:pt x="0" y="0"/>
                  </a:moveTo>
                  <a:lnTo>
                    <a:pt x="5686426" y="0"/>
                  </a:lnTo>
                  <a:lnTo>
                    <a:pt x="5686426" y="727076"/>
                  </a:lnTo>
                  <a:lnTo>
                    <a:pt x="0" y="727076"/>
                  </a:lnTo>
                  <a:close/>
                </a:path>
              </a:pathLst>
            </a:custGeom>
            <a:solidFill>
              <a:srgbClr val="000000">
                <a:alpha val="0"/>
              </a:srgbClr>
            </a:solidFill>
          </p:spPr>
        </p:sp>
        <p:sp>
          <p:nvSpPr>
            <p:cNvPr id="1048605" name="TextBox 12"/>
            <p:cNvSpPr txBox="1"/>
            <p:nvPr/>
          </p:nvSpPr>
          <p:spPr>
            <a:xfrm>
              <a:off x="121900" y="3783"/>
              <a:ext cx="5442626" cy="662359"/>
            </a:xfrm>
            <a:prstGeom prst="rect"/>
          </p:spPr>
          <p:txBody>
            <a:bodyPr anchor="ctr" bIns="0" lIns="0" rIns="0" rtlCol="0" tIns="0"/>
            <a:lstStyle>
              <a:defPPr>
                <a:defRPr lang="en-US"/>
              </a:defPPr>
              <a:lvl1pPr algn="l" defTabSz="914400" eaLnBrk="1" hangingPunct="1" latinLnBrk="0" marL="0" rtl="0">
                <a:defRPr sz="1800" kern="1200">
                  <a:solidFill>
                    <a:srgbClr val="000000"/>
                  </a:solidFill>
                  <a:latin typeface="+mn-lt"/>
                  <a:ea typeface="+mn-ea"/>
                  <a:cs typeface="+mn-cs"/>
                </a:defRPr>
              </a:lvl1pPr>
              <a:lvl2pPr algn="l" defTabSz="914400" eaLnBrk="1" hangingPunct="1" latinLnBrk="0" marL="457200" rtl="0">
                <a:defRPr sz="1800" kern="1200">
                  <a:solidFill>
                    <a:srgbClr val="000000"/>
                  </a:solidFill>
                  <a:latin typeface="+mn-lt"/>
                  <a:ea typeface="+mn-ea"/>
                  <a:cs typeface="+mn-cs"/>
                </a:defRPr>
              </a:lvl2pPr>
              <a:lvl3pPr algn="l" defTabSz="914400" eaLnBrk="1" hangingPunct="1" latinLnBrk="0" marL="914400" rtl="0">
                <a:defRPr sz="1800" kern="1200">
                  <a:solidFill>
                    <a:srgbClr val="000000"/>
                  </a:solidFill>
                  <a:latin typeface="+mn-lt"/>
                  <a:ea typeface="+mn-ea"/>
                  <a:cs typeface="+mn-cs"/>
                </a:defRPr>
              </a:lvl3pPr>
              <a:lvl4pPr algn="l" defTabSz="914400" eaLnBrk="1" hangingPunct="1" latinLnBrk="0" marL="1371600" rtl="0">
                <a:defRPr sz="1800" kern="1200">
                  <a:solidFill>
                    <a:srgbClr val="000000"/>
                  </a:solidFill>
                  <a:latin typeface="+mn-lt"/>
                  <a:ea typeface="+mn-ea"/>
                  <a:cs typeface="+mn-cs"/>
                </a:defRPr>
              </a:lvl4pPr>
              <a:lvl5pPr algn="l" defTabSz="914400" eaLnBrk="1" hangingPunct="1" latinLnBrk="0" marL="1828800" rtl="0">
                <a:defRPr sz="1800" kern="1200">
                  <a:solidFill>
                    <a:srgbClr val="000000"/>
                  </a:solidFill>
                  <a:latin typeface="+mn-lt"/>
                  <a:ea typeface="+mn-ea"/>
                  <a:cs typeface="+mn-cs"/>
                </a:defRPr>
              </a:lvl5pPr>
              <a:lvl6pPr algn="l" defTabSz="914400" eaLnBrk="1" hangingPunct="1" latinLnBrk="0" marL="2286000" rtl="0">
                <a:defRPr sz="1800" kern="1200">
                  <a:solidFill>
                    <a:srgbClr val="000000"/>
                  </a:solidFill>
                  <a:latin typeface="+mn-lt"/>
                  <a:ea typeface="+mn-ea"/>
                  <a:cs typeface="+mn-cs"/>
                </a:defRPr>
              </a:lvl6pPr>
              <a:lvl7pPr algn="l" defTabSz="914400" eaLnBrk="1" hangingPunct="1" latinLnBrk="0" marL="2743200" rtl="0">
                <a:defRPr sz="1800" kern="1200">
                  <a:solidFill>
                    <a:srgbClr val="000000"/>
                  </a:solidFill>
                  <a:latin typeface="+mn-lt"/>
                  <a:ea typeface="+mn-ea"/>
                  <a:cs typeface="+mn-cs"/>
                </a:defRPr>
              </a:lvl7pPr>
              <a:lvl8pPr algn="l" defTabSz="914400" eaLnBrk="1" hangingPunct="1" latinLnBrk="0" marL="3200400" rtl="0">
                <a:defRPr sz="1800" kern="1200">
                  <a:solidFill>
                    <a:srgbClr val="000000"/>
                  </a:solidFill>
                  <a:latin typeface="+mn-lt"/>
                  <a:ea typeface="+mn-ea"/>
                  <a:cs typeface="+mn-cs"/>
                </a:defRPr>
              </a:lvl8pPr>
              <a:lvl9pPr algn="l" defTabSz="914400" eaLnBrk="1" hangingPunct="1" latinLnBrk="0" marL="3657600" rtl="0">
                <a:defRPr sz="1800" kern="1200">
                  <a:solidFill>
                    <a:srgbClr val="000000"/>
                  </a:solidFill>
                  <a:latin typeface="+mn-lt"/>
                  <a:ea typeface="+mn-ea"/>
                  <a:cs typeface="+mn-cs"/>
                </a:defRPr>
              </a:lvl9pPr>
            </a:lstStyle>
            <a:p>
              <a:pPr algn="l">
                <a:lnSpc>
                  <a:spcPts val="2879"/>
                </a:lnSpc>
              </a:pPr>
              <a:r>
                <a:rPr sz="2399" lang="en-US">
                  <a:solidFill>
                    <a:srgbClr val="8B8B8B"/>
                  </a:solidFill>
                  <a:latin typeface="Calibri (MS)"/>
                  <a:ea typeface="Calibri (MS)"/>
                  <a:cs typeface="Calibri (MS)"/>
                  <a:sym typeface="Calibri (MS)"/>
                </a:rPr>
                <a:t>2</a:t>
              </a:r>
              <a:r>
                <a:rPr sz="2399" lang="en-US">
                  <a:solidFill>
                    <a:srgbClr val="8B8B8B"/>
                  </a:solidFill>
                  <a:latin typeface="Calibri (MS)"/>
                  <a:ea typeface="Calibri (MS)"/>
                  <a:cs typeface="Calibri (MS)"/>
                  <a:sym typeface="Calibri (MS)"/>
                </a:rPr>
                <a:t>7</a:t>
              </a:r>
              <a:r>
                <a:rPr sz="2399" lang="en-US">
                  <a:solidFill>
                    <a:srgbClr val="8B8B8B"/>
                  </a:solidFill>
                  <a:latin typeface="Calibri (MS)"/>
                  <a:ea typeface="Calibri (MS)"/>
                  <a:cs typeface="Calibri (MS)"/>
                  <a:sym typeface="Calibri (MS)"/>
                </a:rPr>
                <a:t>/</a:t>
              </a:r>
              <a:r>
                <a:rPr sz="2399" lang="en-US">
                  <a:solidFill>
                    <a:srgbClr val="8B8B8B"/>
                  </a:solidFill>
                  <a:latin typeface="Calibri (MS)"/>
                  <a:ea typeface="Calibri (MS)"/>
                  <a:cs typeface="Calibri (MS)"/>
                  <a:sym typeface="Calibri (MS)"/>
                </a:rPr>
                <a:t>0</a:t>
              </a:r>
              <a:r>
                <a:rPr sz="2399" lang="en-US">
                  <a:solidFill>
                    <a:srgbClr val="8B8B8B"/>
                  </a:solidFill>
                  <a:latin typeface="Calibri (MS)"/>
                  <a:ea typeface="Calibri (MS)"/>
                  <a:cs typeface="Calibri (MS)"/>
                  <a:sym typeface="Calibri (MS)"/>
                </a:rPr>
                <a:t>2</a:t>
              </a:r>
              <a:r>
                <a:rPr sz="2399" lang="en-US">
                  <a:solidFill>
                    <a:srgbClr val="8B8B8B"/>
                  </a:solidFill>
                  <a:latin typeface="Calibri (MS)"/>
                  <a:ea typeface="Calibri (MS)"/>
                  <a:cs typeface="Calibri (MS)"/>
                  <a:sym typeface="Calibri (MS)"/>
                </a:rPr>
                <a:t>/</a:t>
              </a:r>
              <a:r>
                <a:rPr sz="2399" lang="en-US">
                  <a:solidFill>
                    <a:srgbClr val="8B8B8B"/>
                  </a:solidFill>
                  <a:latin typeface="Calibri (MS)"/>
                  <a:ea typeface="Calibri (MS)"/>
                  <a:cs typeface="Calibri (MS)"/>
                  <a:sym typeface="Calibri (MS)"/>
                </a:rPr>
                <a:t>2</a:t>
              </a:r>
              <a:r>
                <a:rPr sz="2399" lang="en-US">
                  <a:solidFill>
                    <a:srgbClr val="8B8B8B"/>
                  </a:solidFill>
                  <a:latin typeface="Calibri (MS)"/>
                  <a:ea typeface="Calibri (MS)"/>
                  <a:cs typeface="Calibri (MS)"/>
                  <a:sym typeface="Calibri (MS)"/>
                </a:rPr>
                <a:t>0</a:t>
              </a:r>
              <a:r>
                <a:rPr sz="2399" lang="en-US">
                  <a:solidFill>
                    <a:srgbClr val="8B8B8B"/>
                  </a:solidFill>
                  <a:latin typeface="Calibri (MS)"/>
                  <a:ea typeface="Calibri (MS)"/>
                  <a:cs typeface="Calibri (MS)"/>
                  <a:sym typeface="Calibri (MS)"/>
                </a:rPr>
                <a:t>2</a:t>
              </a:r>
              <a:r>
                <a:rPr sz="2399" lang="en-US">
                  <a:solidFill>
                    <a:srgbClr val="8B8B8B"/>
                  </a:solidFill>
                  <a:latin typeface="Calibri (MS)"/>
                  <a:ea typeface="Calibri (MS)"/>
                  <a:cs typeface="Calibri (MS)"/>
                  <a:sym typeface="Calibri (MS)"/>
                </a:rPr>
                <a:t>6</a:t>
              </a:r>
              <a:endParaRPr altLang="en-US" lang="zh-CN"/>
            </a:p>
          </p:txBody>
        </p:sp>
      </p:grpSp>
      <p:grpSp>
        <p:nvGrpSpPr>
          <p:cNvPr id="46" name="Group 3"/>
          <p:cNvGrpSpPr/>
          <p:nvPr/>
        </p:nvGrpSpPr>
        <p:grpSpPr>
          <a:xfrm rot="0">
            <a:off x="3350735" y="2536553"/>
            <a:ext cx="12656344" cy="1808184"/>
            <a:chOff x="120000" y="60000"/>
            <a:chExt cx="16635126" cy="5909324"/>
          </a:xfrm>
        </p:grpSpPr>
        <p:sp>
          <p:nvSpPr>
            <p:cNvPr id="1048606" name="Freeform 4"/>
            <p:cNvSpPr/>
            <p:nvPr/>
          </p:nvSpPr>
          <p:spPr>
            <a:xfrm rot="0" flipH="0" flipV="0">
              <a:off x="-120000" y="-60000"/>
              <a:ext cx="16875126" cy="6029324"/>
            </a:xfrm>
            <a:custGeom>
              <a:avLst/>
              <a:ahLst/>
              <a:rect l="l" t="t" r="r" b="b"/>
              <a:pathLst>
                <a:path w="16875126" h="6029324">
                  <a:moveTo>
                    <a:pt x="0" y="0"/>
                  </a:moveTo>
                  <a:lnTo>
                    <a:pt x="16875126" y="0"/>
                  </a:lnTo>
                  <a:lnTo>
                    <a:pt x="16875126" y="6029324"/>
                  </a:lnTo>
                  <a:lnTo>
                    <a:pt x="0" y="6029324"/>
                  </a:lnTo>
                  <a:close/>
                </a:path>
              </a:pathLst>
            </a:custGeom>
            <a:solidFill>
              <a:srgbClr val="000000">
                <a:alpha val="0"/>
              </a:srgbClr>
            </a:solidFill>
          </p:spPr>
        </p:sp>
        <p:sp>
          <p:nvSpPr>
            <p:cNvPr id="1048607" name="TextBox 5"/>
            <p:cNvSpPr txBox="1"/>
            <p:nvPr/>
          </p:nvSpPr>
          <p:spPr>
            <a:xfrm>
              <a:off x="120000" y="-178125"/>
              <a:ext cx="16635126" cy="6147449"/>
            </a:xfrm>
            <a:prstGeom prst="rect"/>
          </p:spPr>
          <p:txBody>
            <a:bodyPr anchor="t" bIns="0" lIns="0" rIns="0" rtlCol="0" tIns="0"/>
            <a:lstStyle>
              <a:defPPr>
                <a:defRPr lang="en-US"/>
              </a:defPPr>
              <a:lvl1pPr algn="l" defTabSz="914400" eaLnBrk="1" hangingPunct="1" latinLnBrk="0" marL="0" rtl="0">
                <a:defRPr sz="1800" kern="1200">
                  <a:solidFill>
                    <a:srgbClr val="000000"/>
                  </a:solidFill>
                  <a:latin typeface="+mn-lt"/>
                  <a:ea typeface="+mn-ea"/>
                  <a:cs typeface="+mn-cs"/>
                </a:defRPr>
              </a:lvl1pPr>
              <a:lvl2pPr algn="l" defTabSz="914400" eaLnBrk="1" hangingPunct="1" latinLnBrk="0" marL="457200" rtl="0">
                <a:defRPr sz="1800" kern="1200">
                  <a:solidFill>
                    <a:srgbClr val="000000"/>
                  </a:solidFill>
                  <a:latin typeface="+mn-lt"/>
                  <a:ea typeface="+mn-ea"/>
                  <a:cs typeface="+mn-cs"/>
                </a:defRPr>
              </a:lvl2pPr>
              <a:lvl3pPr algn="l" defTabSz="914400" eaLnBrk="1" hangingPunct="1" latinLnBrk="0" marL="914400" rtl="0">
                <a:defRPr sz="1800" kern="1200">
                  <a:solidFill>
                    <a:srgbClr val="000000"/>
                  </a:solidFill>
                  <a:latin typeface="+mn-lt"/>
                  <a:ea typeface="+mn-ea"/>
                  <a:cs typeface="+mn-cs"/>
                </a:defRPr>
              </a:lvl3pPr>
              <a:lvl4pPr algn="l" defTabSz="914400" eaLnBrk="1" hangingPunct="1" latinLnBrk="0" marL="1371600" rtl="0">
                <a:defRPr sz="1800" kern="1200">
                  <a:solidFill>
                    <a:srgbClr val="000000"/>
                  </a:solidFill>
                  <a:latin typeface="+mn-lt"/>
                  <a:ea typeface="+mn-ea"/>
                  <a:cs typeface="+mn-cs"/>
                </a:defRPr>
              </a:lvl4pPr>
              <a:lvl5pPr algn="l" defTabSz="914400" eaLnBrk="1" hangingPunct="1" latinLnBrk="0" marL="1828800" rtl="0">
                <a:defRPr sz="1800" kern="1200">
                  <a:solidFill>
                    <a:srgbClr val="000000"/>
                  </a:solidFill>
                  <a:latin typeface="+mn-lt"/>
                  <a:ea typeface="+mn-ea"/>
                  <a:cs typeface="+mn-cs"/>
                </a:defRPr>
              </a:lvl5pPr>
              <a:lvl6pPr algn="l" defTabSz="914400" eaLnBrk="1" hangingPunct="1" latinLnBrk="0" marL="2286000" rtl="0">
                <a:defRPr sz="1800" kern="1200">
                  <a:solidFill>
                    <a:srgbClr val="000000"/>
                  </a:solidFill>
                  <a:latin typeface="+mn-lt"/>
                  <a:ea typeface="+mn-ea"/>
                  <a:cs typeface="+mn-cs"/>
                </a:defRPr>
              </a:lvl6pPr>
              <a:lvl7pPr algn="l" defTabSz="914400" eaLnBrk="1" hangingPunct="1" latinLnBrk="0" marL="2743200" rtl="0">
                <a:defRPr sz="1800" kern="1200">
                  <a:solidFill>
                    <a:srgbClr val="000000"/>
                  </a:solidFill>
                  <a:latin typeface="+mn-lt"/>
                  <a:ea typeface="+mn-ea"/>
                  <a:cs typeface="+mn-cs"/>
                </a:defRPr>
              </a:lvl7pPr>
              <a:lvl8pPr algn="l" defTabSz="914400" eaLnBrk="1" hangingPunct="1" latinLnBrk="0" marL="3200400" rtl="0">
                <a:defRPr sz="1800" kern="1200">
                  <a:solidFill>
                    <a:srgbClr val="000000"/>
                  </a:solidFill>
                  <a:latin typeface="+mn-lt"/>
                  <a:ea typeface="+mn-ea"/>
                  <a:cs typeface="+mn-cs"/>
                </a:defRPr>
              </a:lvl8pPr>
              <a:lvl9pPr algn="l" defTabSz="914400" eaLnBrk="1" hangingPunct="1" latinLnBrk="0" marL="3657600" rtl="0">
                <a:defRPr sz="1800" kern="1200">
                  <a:solidFill>
                    <a:srgbClr val="000000"/>
                  </a:solidFill>
                  <a:latin typeface="+mn-lt"/>
                  <a:ea typeface="+mn-ea"/>
                  <a:cs typeface="+mn-cs"/>
                </a:defRPr>
              </a:lvl9pPr>
            </a:lstStyle>
            <a:p>
              <a:pPr algn="ctr">
                <a:lnSpc>
                  <a:spcPts val="5400"/>
                </a:lnSpc>
              </a:pPr>
              <a:endParaRPr altLang="en-US" sz="4400" lang="zh-CN"/>
            </a:p>
            <a:p>
              <a:pPr algn="ctr">
                <a:lnSpc>
                  <a:spcPts val="3600"/>
                </a:lnSpc>
              </a:pPr>
              <a:endParaRPr sz="2800"/>
            </a:p>
            <a:p>
              <a:pPr algn="ctr">
                <a:lnSpc>
                  <a:spcPts val="3600"/>
                </a:lnSpc>
              </a:pPr>
            </a:p>
          </p:txBody>
        </p:sp>
      </p:grpSp>
      <p:grpSp>
        <p:nvGrpSpPr>
          <p:cNvPr id="47" name="Group 3"/>
          <p:cNvGrpSpPr/>
          <p:nvPr/>
        </p:nvGrpSpPr>
        <p:grpSpPr>
          <a:xfrm rot="0">
            <a:off x="3068468" y="1114424"/>
            <a:ext cx="12656344" cy="1808184"/>
            <a:chOff x="120000" y="60000"/>
            <a:chExt cx="16635126" cy="5909324"/>
          </a:xfrm>
        </p:grpSpPr>
        <p:sp>
          <p:nvSpPr>
            <p:cNvPr id="1048608" name="Freeform 4"/>
            <p:cNvSpPr/>
            <p:nvPr/>
          </p:nvSpPr>
          <p:spPr>
            <a:xfrm rot="0" flipH="0" flipV="0">
              <a:off x="-120000" y="-60000"/>
              <a:ext cx="16875126" cy="6029324"/>
            </a:xfrm>
            <a:custGeom>
              <a:avLst/>
              <a:ahLst/>
              <a:rect l="l" t="t" r="r" b="b"/>
              <a:pathLst>
                <a:path w="16875126" h="6029324">
                  <a:moveTo>
                    <a:pt x="0" y="0"/>
                  </a:moveTo>
                  <a:lnTo>
                    <a:pt x="16875126" y="0"/>
                  </a:lnTo>
                  <a:lnTo>
                    <a:pt x="16875126" y="6029324"/>
                  </a:lnTo>
                  <a:lnTo>
                    <a:pt x="0" y="6029324"/>
                  </a:lnTo>
                  <a:close/>
                </a:path>
              </a:pathLst>
            </a:custGeom>
            <a:solidFill>
              <a:srgbClr val="000000">
                <a:alpha val="0"/>
              </a:srgbClr>
            </a:solidFill>
          </p:spPr>
        </p:sp>
        <p:sp>
          <p:nvSpPr>
            <p:cNvPr id="1048609" name="TextBox 5"/>
            <p:cNvSpPr txBox="1"/>
            <p:nvPr/>
          </p:nvSpPr>
          <p:spPr>
            <a:xfrm>
              <a:off x="120000" y="-178125"/>
              <a:ext cx="16635126" cy="6147449"/>
            </a:xfrm>
            <a:prstGeom prst="rect"/>
          </p:spPr>
          <p:txBody>
            <a:bodyPr anchor="t" bIns="0" lIns="0" rIns="0" rtlCol="0" tIns="0"/>
            <a:lstStyle>
              <a:defPPr>
                <a:defRPr lang="en-US"/>
              </a:defPPr>
              <a:lvl1pPr algn="l" defTabSz="914400" eaLnBrk="1" hangingPunct="1" latinLnBrk="0" marL="0" rtl="0">
                <a:defRPr sz="1800" kern="1200">
                  <a:solidFill>
                    <a:srgbClr val="000000"/>
                  </a:solidFill>
                  <a:latin typeface="+mn-lt"/>
                  <a:ea typeface="+mn-ea"/>
                  <a:cs typeface="+mn-cs"/>
                </a:defRPr>
              </a:lvl1pPr>
              <a:lvl2pPr algn="l" defTabSz="914400" eaLnBrk="1" hangingPunct="1" latinLnBrk="0" marL="457200" rtl="0">
                <a:defRPr sz="1800" kern="1200">
                  <a:solidFill>
                    <a:srgbClr val="000000"/>
                  </a:solidFill>
                  <a:latin typeface="+mn-lt"/>
                  <a:ea typeface="+mn-ea"/>
                  <a:cs typeface="+mn-cs"/>
                </a:defRPr>
              </a:lvl2pPr>
              <a:lvl3pPr algn="l" defTabSz="914400" eaLnBrk="1" hangingPunct="1" latinLnBrk="0" marL="914400" rtl="0">
                <a:defRPr sz="1800" kern="1200">
                  <a:solidFill>
                    <a:srgbClr val="000000"/>
                  </a:solidFill>
                  <a:latin typeface="+mn-lt"/>
                  <a:ea typeface="+mn-ea"/>
                  <a:cs typeface="+mn-cs"/>
                </a:defRPr>
              </a:lvl3pPr>
              <a:lvl4pPr algn="l" defTabSz="914400" eaLnBrk="1" hangingPunct="1" latinLnBrk="0" marL="1371600" rtl="0">
                <a:defRPr sz="1800" kern="1200">
                  <a:solidFill>
                    <a:srgbClr val="000000"/>
                  </a:solidFill>
                  <a:latin typeface="+mn-lt"/>
                  <a:ea typeface="+mn-ea"/>
                  <a:cs typeface="+mn-cs"/>
                </a:defRPr>
              </a:lvl4pPr>
              <a:lvl5pPr algn="l" defTabSz="914400" eaLnBrk="1" hangingPunct="1" latinLnBrk="0" marL="1828800" rtl="0">
                <a:defRPr sz="1800" kern="1200">
                  <a:solidFill>
                    <a:srgbClr val="000000"/>
                  </a:solidFill>
                  <a:latin typeface="+mn-lt"/>
                  <a:ea typeface="+mn-ea"/>
                  <a:cs typeface="+mn-cs"/>
                </a:defRPr>
              </a:lvl5pPr>
              <a:lvl6pPr algn="l" defTabSz="914400" eaLnBrk="1" hangingPunct="1" latinLnBrk="0" marL="2286000" rtl="0">
                <a:defRPr sz="1800" kern="1200">
                  <a:solidFill>
                    <a:srgbClr val="000000"/>
                  </a:solidFill>
                  <a:latin typeface="+mn-lt"/>
                  <a:ea typeface="+mn-ea"/>
                  <a:cs typeface="+mn-cs"/>
                </a:defRPr>
              </a:lvl6pPr>
              <a:lvl7pPr algn="l" defTabSz="914400" eaLnBrk="1" hangingPunct="1" latinLnBrk="0" marL="2743200" rtl="0">
                <a:defRPr sz="1800" kern="1200">
                  <a:solidFill>
                    <a:srgbClr val="000000"/>
                  </a:solidFill>
                  <a:latin typeface="+mn-lt"/>
                  <a:ea typeface="+mn-ea"/>
                  <a:cs typeface="+mn-cs"/>
                </a:defRPr>
              </a:lvl7pPr>
              <a:lvl8pPr algn="l" defTabSz="914400" eaLnBrk="1" hangingPunct="1" latinLnBrk="0" marL="3200400" rtl="0">
                <a:defRPr sz="1800" kern="1200">
                  <a:solidFill>
                    <a:srgbClr val="000000"/>
                  </a:solidFill>
                  <a:latin typeface="+mn-lt"/>
                  <a:ea typeface="+mn-ea"/>
                  <a:cs typeface="+mn-cs"/>
                </a:defRPr>
              </a:lvl8pPr>
              <a:lvl9pPr algn="l" defTabSz="914400" eaLnBrk="1" hangingPunct="1" latinLnBrk="0" marL="3657600" rtl="0">
                <a:defRPr sz="1800" kern="1200">
                  <a:solidFill>
                    <a:srgbClr val="000000"/>
                  </a:solidFill>
                  <a:latin typeface="+mn-lt"/>
                  <a:ea typeface="+mn-ea"/>
                  <a:cs typeface="+mn-cs"/>
                </a:defRPr>
              </a:lvl9pPr>
            </a:lstStyle>
            <a:p>
              <a:pPr algn="ctr">
                <a:lnSpc>
                  <a:spcPts val="5400"/>
                </a:lnSpc>
              </a:pPr>
              <a:r>
                <a:rPr b="1" sz="4000" lang="en-US">
                  <a:solidFill>
                    <a:srgbClr val="FF0066"/>
                  </a:solidFill>
                  <a:latin typeface="Arial MT Pro Bold"/>
                  <a:ea typeface="Arial MT Pro Bold"/>
                  <a:cs typeface="Arial MT Pro Bold"/>
                  <a:sym typeface="Arial MT Pro Bold"/>
                </a:rPr>
                <a:t>P</a:t>
              </a:r>
              <a:r>
                <a:rPr b="1" sz="4000" lang="en-US">
                  <a:solidFill>
                    <a:srgbClr val="FF0066"/>
                  </a:solidFill>
                  <a:latin typeface="Arial MT Pro Bold"/>
                  <a:ea typeface="Arial MT Pro Bold"/>
                  <a:cs typeface="Arial MT Pro Bold"/>
                  <a:sym typeface="Arial MT Pro Bold"/>
                </a:rPr>
                <a:t>R</a:t>
              </a:r>
              <a:r>
                <a:rPr b="1" sz="4000" lang="en-US">
                  <a:solidFill>
                    <a:srgbClr val="FF0066"/>
                  </a:solidFill>
                  <a:latin typeface="Arial MT Pro Bold"/>
                  <a:ea typeface="Arial MT Pro Bold"/>
                  <a:cs typeface="Arial MT Pro Bold"/>
                  <a:sym typeface="Arial MT Pro Bold"/>
                </a:rPr>
                <a:t>E</a:t>
              </a:r>
              <a:r>
                <a:rPr b="1" sz="4000" lang="en-US">
                  <a:solidFill>
                    <a:srgbClr val="FF0066"/>
                  </a:solidFill>
                  <a:latin typeface="Arial MT Pro Bold"/>
                  <a:ea typeface="Arial MT Pro Bold"/>
                  <a:cs typeface="Arial MT Pro Bold"/>
                  <a:sym typeface="Arial MT Pro Bold"/>
                </a:rPr>
                <a:t>S</a:t>
              </a:r>
              <a:r>
                <a:rPr b="1" sz="4000" lang="en-US">
                  <a:solidFill>
                    <a:srgbClr val="FF0066"/>
                  </a:solidFill>
                  <a:latin typeface="Arial MT Pro Bold"/>
                  <a:ea typeface="Arial MT Pro Bold"/>
                  <a:cs typeface="Arial MT Pro Bold"/>
                  <a:sym typeface="Arial MT Pro Bold"/>
                </a:rPr>
                <a:t>E</a:t>
              </a:r>
              <a:r>
                <a:rPr b="1" sz="4000" lang="en-US">
                  <a:solidFill>
                    <a:srgbClr val="FF0066"/>
                  </a:solidFill>
                  <a:latin typeface="Arial MT Pro Bold"/>
                  <a:ea typeface="Arial MT Pro Bold"/>
                  <a:cs typeface="Arial MT Pro Bold"/>
                  <a:sym typeface="Arial MT Pro Bold"/>
                </a:rPr>
                <a:t>N</a:t>
              </a:r>
              <a:r>
                <a:rPr b="1" sz="4000" lang="en-US">
                  <a:solidFill>
                    <a:srgbClr val="FF0066"/>
                  </a:solidFill>
                  <a:latin typeface="Arial MT Pro Bold"/>
                  <a:ea typeface="Arial MT Pro Bold"/>
                  <a:cs typeface="Arial MT Pro Bold"/>
                  <a:sym typeface="Arial MT Pro Bold"/>
                </a:rPr>
                <a:t>T</a:t>
              </a:r>
              <a:r>
                <a:rPr b="1" sz="4000" lang="en-US">
                  <a:solidFill>
                    <a:srgbClr val="FF0066"/>
                  </a:solidFill>
                  <a:latin typeface="Arial MT Pro Bold"/>
                  <a:ea typeface="Arial MT Pro Bold"/>
                  <a:cs typeface="Arial MT Pro Bold"/>
                  <a:sym typeface="Arial MT Pro Bold"/>
                </a:rPr>
                <a:t>A</a:t>
              </a:r>
              <a:r>
                <a:rPr b="1" sz="4000" lang="en-US">
                  <a:solidFill>
                    <a:srgbClr val="FF0066"/>
                  </a:solidFill>
                  <a:latin typeface="Arial MT Pro Bold"/>
                  <a:ea typeface="Arial MT Pro Bold"/>
                  <a:cs typeface="Arial MT Pro Bold"/>
                  <a:sym typeface="Arial MT Pro Bold"/>
                </a:rPr>
                <a:t>T</a:t>
              </a:r>
              <a:r>
                <a:rPr b="1" sz="4000" lang="en-US">
                  <a:solidFill>
                    <a:srgbClr val="FF0066"/>
                  </a:solidFill>
                  <a:latin typeface="Arial MT Pro Bold"/>
                  <a:ea typeface="Arial MT Pro Bold"/>
                  <a:cs typeface="Arial MT Pro Bold"/>
                  <a:sym typeface="Arial MT Pro Bold"/>
                </a:rPr>
                <a:t>I</a:t>
              </a:r>
              <a:r>
                <a:rPr b="1" sz="4000" lang="en-US">
                  <a:solidFill>
                    <a:srgbClr val="FF0066"/>
                  </a:solidFill>
                  <a:latin typeface="Arial MT Pro Bold"/>
                  <a:ea typeface="Arial MT Pro Bold"/>
                  <a:cs typeface="Arial MT Pro Bold"/>
                  <a:sym typeface="Arial MT Pro Bold"/>
                </a:rPr>
                <a:t>O</a:t>
              </a:r>
              <a:r>
                <a:rPr b="1" sz="4000" lang="en-US">
                  <a:solidFill>
                    <a:srgbClr val="FF0066"/>
                  </a:solidFill>
                  <a:latin typeface="Arial MT Pro Bold"/>
                  <a:ea typeface="Arial MT Pro Bold"/>
                  <a:cs typeface="Arial MT Pro Bold"/>
                  <a:sym typeface="Arial MT Pro Bold"/>
                </a:rPr>
                <a:t>N</a:t>
              </a:r>
              <a:r>
                <a:rPr b="1" sz="4000" lang="en-US">
                  <a:solidFill>
                    <a:srgbClr val="FF0066"/>
                  </a:solidFill>
                  <a:latin typeface="Arial MT Pro Bold"/>
                  <a:ea typeface="Arial MT Pro Bold"/>
                  <a:cs typeface="Arial MT Pro Bold"/>
                  <a:sym typeface="Arial MT Pro Bold"/>
                </a:rPr>
                <a:t> </a:t>
              </a:r>
              <a:r>
                <a:rPr b="1" sz="4000" lang="en-US">
                  <a:solidFill>
                    <a:srgbClr val="FF0066"/>
                  </a:solidFill>
                  <a:latin typeface="Arial MT Pro Bold"/>
                  <a:ea typeface="Arial MT Pro Bold"/>
                  <a:cs typeface="Arial MT Pro Bold"/>
                  <a:sym typeface="Arial MT Pro Bold"/>
                </a:rPr>
                <a:t>O</a:t>
              </a:r>
              <a:r>
                <a:rPr b="1" sz="4000" lang="en-US">
                  <a:solidFill>
                    <a:srgbClr val="FF0066"/>
                  </a:solidFill>
                  <a:latin typeface="Arial MT Pro Bold"/>
                  <a:ea typeface="Arial MT Pro Bold"/>
                  <a:cs typeface="Arial MT Pro Bold"/>
                  <a:sym typeface="Arial MT Pro Bold"/>
                </a:rPr>
                <a:t>V</a:t>
              </a:r>
              <a:r>
                <a:rPr b="1" sz="4000" lang="en-US">
                  <a:solidFill>
                    <a:srgbClr val="FF0066"/>
                  </a:solidFill>
                  <a:latin typeface="Arial MT Pro Bold"/>
                  <a:ea typeface="Arial MT Pro Bold"/>
                  <a:cs typeface="Arial MT Pro Bold"/>
                  <a:sym typeface="Arial MT Pro Bold"/>
                </a:rPr>
                <a:t>E</a:t>
              </a:r>
              <a:r>
                <a:rPr b="1" sz="4000" lang="en-US">
                  <a:solidFill>
                    <a:srgbClr val="FF0066"/>
                  </a:solidFill>
                  <a:latin typeface="Arial MT Pro Bold"/>
                  <a:ea typeface="Arial MT Pro Bold"/>
                  <a:cs typeface="Arial MT Pro Bold"/>
                  <a:sym typeface="Arial MT Pro Bold"/>
                </a:rPr>
                <a:t>R</a:t>
              </a:r>
              <a:r>
                <a:rPr b="1" sz="4000" lang="en-US">
                  <a:solidFill>
                    <a:srgbClr val="FF0066"/>
                  </a:solidFill>
                  <a:latin typeface="Arial MT Pro Bold"/>
                  <a:ea typeface="Arial MT Pro Bold"/>
                  <a:cs typeface="Arial MT Pro Bold"/>
                  <a:sym typeface="Arial MT Pro Bold"/>
                </a:rPr>
                <a:t>VIEW </a:t>
              </a:r>
              <a:endParaRPr altLang="en-US" sz="4400" lang="zh-CN"/>
            </a:p>
            <a:p>
              <a:pPr algn="ctr">
                <a:lnSpc>
                  <a:spcPts val="3600"/>
                </a:lnSpc>
              </a:pPr>
              <a:endParaRPr sz="2800"/>
            </a:p>
            <a:p>
              <a:pPr algn="ctr">
                <a:lnSpc>
                  <a:spcPts val="3600"/>
                </a:lnSpc>
              </a:pPr>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50" name=""/>
        <p:cNvGrpSpPr/>
        <p:nvPr/>
      </p:nvGrpSpPr>
      <p:grpSpPr>
        <a:xfrm>
          <a:off x="0" y="0"/>
          <a:ext cx="0" cy="0"/>
          <a:chOff x="0" y="0"/>
          <a:chExt cx="0" cy="0"/>
        </a:xfrm>
      </p:grpSpPr>
      <p:sp>
        <p:nvSpPr>
          <p:cNvPr id="1048616" name="Freeform 8"/>
          <p:cNvSpPr/>
          <p:nvPr/>
        </p:nvSpPr>
        <p:spPr>
          <a:xfrm rot="0" flipH="0" flipV="0">
            <a:off x="1247775" y="321469"/>
            <a:ext cx="1600200" cy="1585912"/>
          </a:xfrm>
          <a:custGeom>
            <a:avLst/>
            <a:ahLst/>
            <a:rect l="l" t="t" r="r" b="b"/>
            <a:pathLst>
              <a:path w="1600200" h="1585912">
                <a:moveTo>
                  <a:pt x="0" y="0"/>
                </a:moveTo>
                <a:lnTo>
                  <a:pt x="1600200" y="0"/>
                </a:lnTo>
                <a:lnTo>
                  <a:pt x="1600200" y="1585913"/>
                </a:lnTo>
                <a:lnTo>
                  <a:pt x="0" y="1585913"/>
                </a:lnTo>
                <a:lnTo>
                  <a:pt x="0" y="0"/>
                </a:lnTo>
                <a:close/>
              </a:path>
            </a:pathLst>
          </a:custGeom>
          <a:blipFill>
            <a:blip xmlns:r="http://schemas.openxmlformats.org/officeDocument/2006/relationships" r:embed="rId1"/>
            <a:stretch>
              <a:fillRect l="0" t="0" r="0" b="-115"/>
            </a:stretch>
          </a:blipFill>
        </p:spPr>
      </p:sp>
      <p:sp>
        <p:nvSpPr>
          <p:cNvPr id="1048617" name="Freeform 9" descr="KRCE Tiruchirappalli : Admission 2024, Courses, Fees, Placement, Cut Off"/>
          <p:cNvSpPr/>
          <p:nvPr/>
        </p:nvSpPr>
        <p:spPr>
          <a:xfrm rot="0" flipH="0" flipV="0">
            <a:off x="15085220" y="500062"/>
            <a:ext cx="1828800" cy="1771650"/>
          </a:xfrm>
          <a:custGeom>
            <a:avLst/>
            <a:ahLst/>
            <a:rect l="l" t="t" r="r" b="b"/>
            <a:pathLst>
              <a:path w="1828800" h="1771650">
                <a:moveTo>
                  <a:pt x="0" y="0"/>
                </a:moveTo>
                <a:lnTo>
                  <a:pt x="1828800" y="0"/>
                </a:lnTo>
                <a:lnTo>
                  <a:pt x="1828800" y="1771650"/>
                </a:lnTo>
                <a:lnTo>
                  <a:pt x="0" y="1771650"/>
                </a:lnTo>
                <a:lnTo>
                  <a:pt x="0" y="0"/>
                </a:lnTo>
                <a:close/>
              </a:path>
            </a:pathLst>
          </a:custGeom>
          <a:blipFill>
            <a:blip xmlns:r="http://schemas.openxmlformats.org/officeDocument/2006/relationships" r:embed="rId2"/>
            <a:stretch>
              <a:fillRect l="0" t="0" r="0" b="0"/>
            </a:stretch>
          </a:blipFill>
        </p:spPr>
      </p:sp>
      <p:grpSp>
        <p:nvGrpSpPr>
          <p:cNvPr id="51" name="Group 10"/>
          <p:cNvGrpSpPr/>
          <p:nvPr/>
        </p:nvGrpSpPr>
        <p:grpSpPr>
          <a:xfrm rot="0">
            <a:off x="1247775" y="9420112"/>
            <a:ext cx="4264820" cy="545307"/>
            <a:chOff x="121900" y="60933"/>
            <a:chExt cx="5442626" cy="605209"/>
          </a:xfrm>
        </p:grpSpPr>
        <p:sp>
          <p:nvSpPr>
            <p:cNvPr id="1048618" name="Freeform 11"/>
            <p:cNvSpPr/>
            <p:nvPr/>
          </p:nvSpPr>
          <p:spPr>
            <a:xfrm rot="0" flipH="0" flipV="0">
              <a:off x="-121900" y="-60933"/>
              <a:ext cx="5686426" cy="727076"/>
            </a:xfrm>
            <a:custGeom>
              <a:avLst/>
              <a:ahLst/>
              <a:rect l="l" t="t" r="r" b="b"/>
              <a:pathLst>
                <a:path w="5686426" h="727076">
                  <a:moveTo>
                    <a:pt x="0" y="0"/>
                  </a:moveTo>
                  <a:lnTo>
                    <a:pt x="5686426" y="0"/>
                  </a:lnTo>
                  <a:lnTo>
                    <a:pt x="5686426" y="727076"/>
                  </a:lnTo>
                  <a:lnTo>
                    <a:pt x="0" y="727076"/>
                  </a:lnTo>
                  <a:close/>
                </a:path>
              </a:pathLst>
            </a:custGeom>
            <a:solidFill>
              <a:srgbClr val="000000">
                <a:alpha val="0"/>
              </a:srgbClr>
            </a:solidFill>
          </p:spPr>
        </p:sp>
        <p:sp>
          <p:nvSpPr>
            <p:cNvPr id="1048619" name="TextBox 12"/>
            <p:cNvSpPr txBox="1"/>
            <p:nvPr/>
          </p:nvSpPr>
          <p:spPr>
            <a:xfrm>
              <a:off x="121900" y="3783"/>
              <a:ext cx="5442626" cy="662359"/>
            </a:xfrm>
            <a:prstGeom prst="rect"/>
          </p:spPr>
          <p:txBody>
            <a:bodyPr anchor="ctr" bIns="0" lIns="0" rIns="0" rtlCol="0" tIns="0"/>
            <a:p>
              <a:pPr algn="l">
                <a:lnSpc>
                  <a:spcPts val="2879"/>
                </a:lnSpc>
              </a:pPr>
              <a:r>
                <a:rPr sz="2399" lang="en-US">
                  <a:solidFill>
                    <a:srgbClr val="8B8B8B"/>
                  </a:solidFill>
                  <a:latin typeface="Calibri (MS)"/>
                  <a:ea typeface="Calibri (MS)"/>
                  <a:cs typeface="Calibri (MS)"/>
                  <a:sym typeface="Calibri (MS)"/>
                </a:rPr>
                <a:t>2</a:t>
              </a:r>
              <a:r>
                <a:rPr sz="2399" lang="en-US">
                  <a:solidFill>
                    <a:srgbClr val="8B8B8B"/>
                  </a:solidFill>
                  <a:latin typeface="Calibri (MS)"/>
                  <a:ea typeface="Calibri (MS)"/>
                  <a:cs typeface="Calibri (MS)"/>
                  <a:sym typeface="Calibri (MS)"/>
                </a:rPr>
                <a:t>7</a:t>
              </a:r>
              <a:r>
                <a:rPr sz="2399" lang="en-US">
                  <a:solidFill>
                    <a:srgbClr val="8B8B8B"/>
                  </a:solidFill>
                  <a:latin typeface="Calibri (MS)"/>
                  <a:ea typeface="Calibri (MS)"/>
                  <a:cs typeface="Calibri (MS)"/>
                  <a:sym typeface="Calibri (MS)"/>
                </a:rPr>
                <a:t>/</a:t>
              </a:r>
              <a:r>
                <a:rPr sz="2399" lang="en-US">
                  <a:solidFill>
                    <a:srgbClr val="8B8B8B"/>
                  </a:solidFill>
                  <a:latin typeface="Calibri (MS)"/>
                  <a:ea typeface="Calibri (MS)"/>
                  <a:cs typeface="Calibri (MS)"/>
                  <a:sym typeface="Calibri (MS)"/>
                </a:rPr>
                <a:t>0</a:t>
              </a:r>
              <a:r>
                <a:rPr sz="2399" lang="en-US">
                  <a:solidFill>
                    <a:srgbClr val="8B8B8B"/>
                  </a:solidFill>
                  <a:latin typeface="Calibri (MS)"/>
                  <a:ea typeface="Calibri (MS)"/>
                  <a:cs typeface="Calibri (MS)"/>
                  <a:sym typeface="Calibri (MS)"/>
                </a:rPr>
                <a:t>2</a:t>
              </a:r>
              <a:r>
                <a:rPr sz="2399" lang="en-US">
                  <a:solidFill>
                    <a:srgbClr val="8B8B8B"/>
                  </a:solidFill>
                  <a:latin typeface="Calibri (MS)"/>
                  <a:ea typeface="Calibri (MS)"/>
                  <a:cs typeface="Calibri (MS)"/>
                  <a:sym typeface="Calibri (MS)"/>
                </a:rPr>
                <a:t>/</a:t>
              </a:r>
              <a:r>
                <a:rPr sz="2399" lang="en-US">
                  <a:solidFill>
                    <a:srgbClr val="8B8B8B"/>
                  </a:solidFill>
                  <a:latin typeface="Calibri (MS)"/>
                  <a:ea typeface="Calibri (MS)"/>
                  <a:cs typeface="Calibri (MS)"/>
                  <a:sym typeface="Calibri (MS)"/>
                </a:rPr>
                <a:t>2</a:t>
              </a:r>
              <a:r>
                <a:rPr sz="2399" lang="en-US">
                  <a:solidFill>
                    <a:srgbClr val="8B8B8B"/>
                  </a:solidFill>
                  <a:latin typeface="Calibri (MS)"/>
                  <a:ea typeface="Calibri (MS)"/>
                  <a:cs typeface="Calibri (MS)"/>
                  <a:sym typeface="Calibri (MS)"/>
                </a:rPr>
                <a:t>0</a:t>
              </a:r>
              <a:r>
                <a:rPr sz="2399" lang="en-US">
                  <a:solidFill>
                    <a:srgbClr val="8B8B8B"/>
                  </a:solidFill>
                  <a:latin typeface="Calibri (MS)"/>
                  <a:ea typeface="Calibri (MS)"/>
                  <a:cs typeface="Calibri (MS)"/>
                  <a:sym typeface="Calibri (MS)"/>
                </a:rPr>
                <a:t>2</a:t>
              </a:r>
              <a:r>
                <a:rPr sz="2399" lang="en-US">
                  <a:solidFill>
                    <a:srgbClr val="8B8B8B"/>
                  </a:solidFill>
                  <a:latin typeface="Calibri (MS)"/>
                  <a:ea typeface="Calibri (MS)"/>
                  <a:cs typeface="Calibri (MS)"/>
                  <a:sym typeface="Calibri (MS)"/>
                </a:rPr>
                <a:t>6</a:t>
              </a:r>
              <a:endParaRPr altLang="en-US" lang="zh-CN"/>
            </a:p>
          </p:txBody>
        </p:sp>
      </p:grpSp>
      <p:sp>
        <p:nvSpPr>
          <p:cNvPr id="1048620" name=""/>
          <p:cNvSpPr txBox="1"/>
          <p:nvPr/>
        </p:nvSpPr>
        <p:spPr>
          <a:xfrm>
            <a:off x="1247775" y="2786721"/>
            <a:ext cx="16477750" cy="6403340"/>
          </a:xfrm>
          <a:prstGeom prst="rect"/>
        </p:spPr>
        <p:txBody>
          <a:bodyPr rtlCol="0" wrap="square">
            <a:spAutoFit/>
          </a:bodyPr>
          <a:p>
            <a:r>
              <a:rPr sz="6000" lang="en-US">
                <a:solidFill>
                  <a:srgbClr val="000000"/>
                </a:solidFill>
              </a:rPr>
              <a:t>The Student Record Management System (SRMS) is used to store and manage student information efficiently. It helps to organize details like student ID, name, and marks in an easy way. This system uses Linked List and Structures for flexible and efficient data management.</a:t>
            </a:r>
            <a:endParaRPr sz="2800" lang="en-US">
              <a:solidFill>
                <a:srgbClr val="000000"/>
              </a:solidFill>
            </a:endParaRPr>
          </a:p>
        </p:txBody>
      </p:sp>
      <p:grpSp>
        <p:nvGrpSpPr>
          <p:cNvPr id="52" name="Group 3"/>
          <p:cNvGrpSpPr/>
          <p:nvPr/>
        </p:nvGrpSpPr>
        <p:grpSpPr>
          <a:xfrm rot="0">
            <a:off x="3068468" y="1114424"/>
            <a:ext cx="12656344" cy="1808184"/>
            <a:chOff x="120000" y="60000"/>
            <a:chExt cx="16635126" cy="5909324"/>
          </a:xfrm>
        </p:grpSpPr>
        <p:sp>
          <p:nvSpPr>
            <p:cNvPr id="1048621" name="Freeform 4"/>
            <p:cNvSpPr/>
            <p:nvPr/>
          </p:nvSpPr>
          <p:spPr>
            <a:xfrm rot="0" flipH="0" flipV="0">
              <a:off x="-120000" y="-60000"/>
              <a:ext cx="16875126" cy="6029324"/>
            </a:xfrm>
            <a:custGeom>
              <a:avLst/>
              <a:ahLst/>
              <a:rect l="l" t="t" r="r" b="b"/>
              <a:pathLst>
                <a:path w="16875126" h="6029324">
                  <a:moveTo>
                    <a:pt x="0" y="0"/>
                  </a:moveTo>
                  <a:lnTo>
                    <a:pt x="16875126" y="0"/>
                  </a:lnTo>
                  <a:lnTo>
                    <a:pt x="16875126" y="6029324"/>
                  </a:lnTo>
                  <a:lnTo>
                    <a:pt x="0" y="6029324"/>
                  </a:lnTo>
                  <a:close/>
                </a:path>
              </a:pathLst>
            </a:custGeom>
            <a:solidFill>
              <a:srgbClr val="000000">
                <a:alpha val="0"/>
              </a:srgbClr>
            </a:solidFill>
          </p:spPr>
        </p:sp>
        <p:sp>
          <p:nvSpPr>
            <p:cNvPr id="1048622" name="TextBox 5"/>
            <p:cNvSpPr txBox="1"/>
            <p:nvPr/>
          </p:nvSpPr>
          <p:spPr>
            <a:xfrm>
              <a:off x="120000" y="-178125"/>
              <a:ext cx="16635126" cy="6147449"/>
            </a:xfrm>
            <a:prstGeom prst="rect"/>
          </p:spPr>
          <p:txBody>
            <a:bodyPr anchor="t" bIns="0" lIns="0" rIns="0" rtlCol="0" tIns="0"/>
            <a:lstStyle>
              <a:defPPr>
                <a:defRPr lang="en-US"/>
              </a:defPPr>
              <a:lvl1pPr algn="l" defTabSz="914400" eaLnBrk="1" hangingPunct="1" latinLnBrk="0" marL="0" rtl="0">
                <a:defRPr sz="1800" kern="1200">
                  <a:solidFill>
                    <a:srgbClr val="000000"/>
                  </a:solidFill>
                  <a:latin typeface="+mn-lt"/>
                  <a:ea typeface="+mn-ea"/>
                  <a:cs typeface="+mn-cs"/>
                </a:defRPr>
              </a:lvl1pPr>
              <a:lvl2pPr algn="l" defTabSz="914400" eaLnBrk="1" hangingPunct="1" latinLnBrk="0" marL="457200" rtl="0">
                <a:defRPr sz="1800" kern="1200">
                  <a:solidFill>
                    <a:srgbClr val="000000"/>
                  </a:solidFill>
                  <a:latin typeface="+mn-lt"/>
                  <a:ea typeface="+mn-ea"/>
                  <a:cs typeface="+mn-cs"/>
                </a:defRPr>
              </a:lvl2pPr>
              <a:lvl3pPr algn="l" defTabSz="914400" eaLnBrk="1" hangingPunct="1" latinLnBrk="0" marL="914400" rtl="0">
                <a:defRPr sz="1800" kern="1200">
                  <a:solidFill>
                    <a:srgbClr val="000000"/>
                  </a:solidFill>
                  <a:latin typeface="+mn-lt"/>
                  <a:ea typeface="+mn-ea"/>
                  <a:cs typeface="+mn-cs"/>
                </a:defRPr>
              </a:lvl3pPr>
              <a:lvl4pPr algn="l" defTabSz="914400" eaLnBrk="1" hangingPunct="1" latinLnBrk="0" marL="1371600" rtl="0">
                <a:defRPr sz="1800" kern="1200">
                  <a:solidFill>
                    <a:srgbClr val="000000"/>
                  </a:solidFill>
                  <a:latin typeface="+mn-lt"/>
                  <a:ea typeface="+mn-ea"/>
                  <a:cs typeface="+mn-cs"/>
                </a:defRPr>
              </a:lvl4pPr>
              <a:lvl5pPr algn="l" defTabSz="914400" eaLnBrk="1" hangingPunct="1" latinLnBrk="0" marL="1828800" rtl="0">
                <a:defRPr sz="1800" kern="1200">
                  <a:solidFill>
                    <a:srgbClr val="000000"/>
                  </a:solidFill>
                  <a:latin typeface="+mn-lt"/>
                  <a:ea typeface="+mn-ea"/>
                  <a:cs typeface="+mn-cs"/>
                </a:defRPr>
              </a:lvl5pPr>
              <a:lvl6pPr algn="l" defTabSz="914400" eaLnBrk="1" hangingPunct="1" latinLnBrk="0" marL="2286000" rtl="0">
                <a:defRPr sz="1800" kern="1200">
                  <a:solidFill>
                    <a:srgbClr val="000000"/>
                  </a:solidFill>
                  <a:latin typeface="+mn-lt"/>
                  <a:ea typeface="+mn-ea"/>
                  <a:cs typeface="+mn-cs"/>
                </a:defRPr>
              </a:lvl6pPr>
              <a:lvl7pPr algn="l" defTabSz="914400" eaLnBrk="1" hangingPunct="1" latinLnBrk="0" marL="2743200" rtl="0">
                <a:defRPr sz="1800" kern="1200">
                  <a:solidFill>
                    <a:srgbClr val="000000"/>
                  </a:solidFill>
                  <a:latin typeface="+mn-lt"/>
                  <a:ea typeface="+mn-ea"/>
                  <a:cs typeface="+mn-cs"/>
                </a:defRPr>
              </a:lvl7pPr>
              <a:lvl8pPr algn="l" defTabSz="914400" eaLnBrk="1" hangingPunct="1" latinLnBrk="0" marL="3200400" rtl="0">
                <a:defRPr sz="1800" kern="1200">
                  <a:solidFill>
                    <a:srgbClr val="000000"/>
                  </a:solidFill>
                  <a:latin typeface="+mn-lt"/>
                  <a:ea typeface="+mn-ea"/>
                  <a:cs typeface="+mn-cs"/>
                </a:defRPr>
              </a:lvl8pPr>
              <a:lvl9pPr algn="l" defTabSz="914400" eaLnBrk="1" hangingPunct="1" latinLnBrk="0" marL="3657600" rtl="0">
                <a:defRPr sz="1800" kern="1200">
                  <a:solidFill>
                    <a:srgbClr val="000000"/>
                  </a:solidFill>
                  <a:latin typeface="+mn-lt"/>
                  <a:ea typeface="+mn-ea"/>
                  <a:cs typeface="+mn-cs"/>
                </a:defRPr>
              </a:lvl9pPr>
            </a:lstStyle>
            <a:p>
              <a:pPr algn="ctr">
                <a:lnSpc>
                  <a:spcPts val="5400"/>
                </a:lnSpc>
              </a:pPr>
              <a:r>
                <a:rPr b="1" sz="4000" lang="en-US">
                  <a:solidFill>
                    <a:srgbClr val="FF0066"/>
                  </a:solidFill>
                  <a:latin typeface="Arial MT Pro Bold"/>
                  <a:ea typeface="Arial MT Pro Bold"/>
                  <a:cs typeface="Arial MT Pro Bold"/>
                  <a:sym typeface="Arial MT Pro Bold"/>
                </a:rPr>
                <a:t>P</a:t>
              </a:r>
              <a:r>
                <a:rPr b="1" sz="4000" lang="en-US">
                  <a:solidFill>
                    <a:srgbClr val="FF0066"/>
                  </a:solidFill>
                  <a:latin typeface="Arial MT Pro Bold"/>
                  <a:ea typeface="Arial MT Pro Bold"/>
                  <a:cs typeface="Arial MT Pro Bold"/>
                  <a:sym typeface="Arial MT Pro Bold"/>
                </a:rPr>
                <a:t>R</a:t>
              </a:r>
              <a:r>
                <a:rPr b="1" sz="4000" lang="en-US">
                  <a:solidFill>
                    <a:srgbClr val="FF0066"/>
                  </a:solidFill>
                  <a:latin typeface="Arial MT Pro Bold"/>
                  <a:ea typeface="Arial MT Pro Bold"/>
                  <a:cs typeface="Arial MT Pro Bold"/>
                  <a:sym typeface="Arial MT Pro Bold"/>
                </a:rPr>
                <a:t>O</a:t>
              </a:r>
              <a:r>
                <a:rPr b="1" sz="4000" lang="en-US">
                  <a:solidFill>
                    <a:srgbClr val="FF0066"/>
                  </a:solidFill>
                  <a:latin typeface="Arial MT Pro Bold"/>
                  <a:ea typeface="Arial MT Pro Bold"/>
                  <a:cs typeface="Arial MT Pro Bold"/>
                  <a:sym typeface="Arial MT Pro Bold"/>
                </a:rPr>
                <a:t>J</a:t>
              </a:r>
              <a:r>
                <a:rPr b="1" sz="4000" lang="en-US">
                  <a:solidFill>
                    <a:srgbClr val="FF0066"/>
                  </a:solidFill>
                  <a:latin typeface="Arial MT Pro Bold"/>
                  <a:ea typeface="Arial MT Pro Bold"/>
                  <a:cs typeface="Arial MT Pro Bold"/>
                  <a:sym typeface="Arial MT Pro Bold"/>
                </a:rPr>
                <a:t>E</a:t>
              </a:r>
              <a:r>
                <a:rPr b="1" sz="4000" lang="en-US">
                  <a:solidFill>
                    <a:srgbClr val="FF0066"/>
                  </a:solidFill>
                  <a:latin typeface="Arial MT Pro Bold"/>
                  <a:ea typeface="Arial MT Pro Bold"/>
                  <a:cs typeface="Arial MT Pro Bold"/>
                  <a:sym typeface="Arial MT Pro Bold"/>
                </a:rPr>
                <a:t>C</a:t>
              </a:r>
              <a:r>
                <a:rPr b="1" sz="4000" lang="en-US">
                  <a:solidFill>
                    <a:srgbClr val="FF0066"/>
                  </a:solidFill>
                  <a:latin typeface="Arial MT Pro Bold"/>
                  <a:ea typeface="Arial MT Pro Bold"/>
                  <a:cs typeface="Arial MT Pro Bold"/>
                  <a:sym typeface="Arial MT Pro Bold"/>
                </a:rPr>
                <a:t>T</a:t>
              </a:r>
              <a:r>
                <a:rPr b="1" sz="4000" lang="en-US">
                  <a:solidFill>
                    <a:srgbClr val="FF0066"/>
                  </a:solidFill>
                  <a:latin typeface="Arial MT Pro Bold"/>
                  <a:ea typeface="Arial MT Pro Bold"/>
                  <a:cs typeface="Arial MT Pro Bold"/>
                  <a:sym typeface="Arial MT Pro Bold"/>
                </a:rPr>
                <a:t> </a:t>
              </a:r>
              <a:r>
                <a:rPr b="1" sz="4000" lang="en-US">
                  <a:solidFill>
                    <a:srgbClr val="FF0066"/>
                  </a:solidFill>
                  <a:latin typeface="Arial MT Pro Bold"/>
                  <a:ea typeface="Arial MT Pro Bold"/>
                  <a:cs typeface="Arial MT Pro Bold"/>
                  <a:sym typeface="Arial MT Pro Bold"/>
                </a:rPr>
                <a:t>I</a:t>
              </a:r>
              <a:r>
                <a:rPr b="1" sz="4000" lang="en-US">
                  <a:solidFill>
                    <a:srgbClr val="FF0066"/>
                  </a:solidFill>
                  <a:latin typeface="Arial MT Pro Bold"/>
                  <a:ea typeface="Arial MT Pro Bold"/>
                  <a:cs typeface="Arial MT Pro Bold"/>
                  <a:sym typeface="Arial MT Pro Bold"/>
                </a:rPr>
                <a:t>N</a:t>
              </a:r>
              <a:r>
                <a:rPr b="1" sz="4000" lang="en-US">
                  <a:solidFill>
                    <a:srgbClr val="FF0066"/>
                  </a:solidFill>
                  <a:latin typeface="Arial MT Pro Bold"/>
                  <a:ea typeface="Arial MT Pro Bold"/>
                  <a:cs typeface="Arial MT Pro Bold"/>
                  <a:sym typeface="Arial MT Pro Bold"/>
                </a:rPr>
                <a:t>T</a:t>
              </a:r>
              <a:r>
                <a:rPr b="1" sz="4000" lang="en-US">
                  <a:solidFill>
                    <a:srgbClr val="FF0066"/>
                  </a:solidFill>
                  <a:latin typeface="Arial MT Pro Bold"/>
                  <a:ea typeface="Arial MT Pro Bold"/>
                  <a:cs typeface="Arial MT Pro Bold"/>
                  <a:sym typeface="Arial MT Pro Bold"/>
                </a:rPr>
                <a:t>R</a:t>
              </a:r>
              <a:r>
                <a:rPr b="1" sz="4000" lang="en-US">
                  <a:solidFill>
                    <a:srgbClr val="FF0066"/>
                  </a:solidFill>
                  <a:latin typeface="Arial MT Pro Bold"/>
                  <a:ea typeface="Arial MT Pro Bold"/>
                  <a:cs typeface="Arial MT Pro Bold"/>
                  <a:sym typeface="Arial MT Pro Bold"/>
                </a:rPr>
                <a:t>ODUCTION </a:t>
              </a:r>
              <a:endParaRPr altLang="en-US" sz="4400" lang="zh-CN"/>
            </a:p>
            <a:p>
              <a:pPr algn="ctr">
                <a:lnSpc>
                  <a:spcPts val="3600"/>
                </a:lnSpc>
              </a:pPr>
              <a:endParaRPr sz="2800"/>
            </a:p>
            <a:p>
              <a:pPr algn="ctr">
                <a:lnSpc>
                  <a:spcPts val="3600"/>
                </a:lnSpc>
              </a:pPr>
              <a:endParaRPr altLang="en-US" lang="zh-CN"/>
            </a:p>
          </p:txBody>
        </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55" name=""/>
        <p:cNvGrpSpPr/>
        <p:nvPr/>
      </p:nvGrpSpPr>
      <p:grpSpPr>
        <a:xfrm>
          <a:off x="0" y="0"/>
          <a:ext cx="0" cy="0"/>
          <a:chOff x="0" y="0"/>
          <a:chExt cx="0" cy="0"/>
        </a:xfrm>
      </p:grpSpPr>
      <p:sp>
        <p:nvSpPr>
          <p:cNvPr id="1048629" name="Freeform 5"/>
          <p:cNvSpPr/>
          <p:nvPr/>
        </p:nvSpPr>
        <p:spPr>
          <a:xfrm rot="0" flipH="0" flipV="0">
            <a:off x="1247775" y="321469"/>
            <a:ext cx="1600200" cy="1585912"/>
          </a:xfrm>
          <a:custGeom>
            <a:avLst/>
            <a:ahLst/>
            <a:rect l="l" t="t" r="r" b="b"/>
            <a:pathLst>
              <a:path w="1600200" h="1585912">
                <a:moveTo>
                  <a:pt x="0" y="0"/>
                </a:moveTo>
                <a:lnTo>
                  <a:pt x="1600200" y="0"/>
                </a:lnTo>
                <a:lnTo>
                  <a:pt x="1600200" y="1585913"/>
                </a:lnTo>
                <a:lnTo>
                  <a:pt x="0" y="1585913"/>
                </a:lnTo>
                <a:lnTo>
                  <a:pt x="0" y="0"/>
                </a:lnTo>
                <a:close/>
              </a:path>
            </a:pathLst>
          </a:custGeom>
          <a:blipFill>
            <a:blip xmlns:r="http://schemas.openxmlformats.org/officeDocument/2006/relationships" r:embed="rId1"/>
            <a:stretch>
              <a:fillRect l="0" t="0" r="0" b="-115"/>
            </a:stretch>
          </a:blipFill>
        </p:spPr>
      </p:sp>
      <p:sp>
        <p:nvSpPr>
          <p:cNvPr id="1048630" name="Freeform 6" descr="KRCE Tiruchirappalli : Admission 2024, Courses, Fees, Placement, Cut Off"/>
          <p:cNvSpPr/>
          <p:nvPr/>
        </p:nvSpPr>
        <p:spPr>
          <a:xfrm rot="0" flipH="0" flipV="0">
            <a:off x="15085220" y="500062"/>
            <a:ext cx="1828800" cy="1771650"/>
          </a:xfrm>
          <a:custGeom>
            <a:avLst/>
            <a:ahLst/>
            <a:rect l="l" t="t" r="r" b="b"/>
            <a:pathLst>
              <a:path w="1828800" h="1771650">
                <a:moveTo>
                  <a:pt x="0" y="0"/>
                </a:moveTo>
                <a:lnTo>
                  <a:pt x="1828800" y="0"/>
                </a:lnTo>
                <a:lnTo>
                  <a:pt x="1828800" y="1771650"/>
                </a:lnTo>
                <a:lnTo>
                  <a:pt x="0" y="1771650"/>
                </a:lnTo>
                <a:lnTo>
                  <a:pt x="0" y="0"/>
                </a:lnTo>
                <a:close/>
              </a:path>
            </a:pathLst>
          </a:custGeom>
          <a:blipFill>
            <a:blip xmlns:r="http://schemas.openxmlformats.org/officeDocument/2006/relationships" r:embed="rId2"/>
            <a:stretch>
              <a:fillRect l="0" t="0" r="0" b="0"/>
            </a:stretch>
          </a:blipFill>
        </p:spPr>
      </p:sp>
      <p:sp>
        <p:nvSpPr>
          <p:cNvPr id="1048631" name="Freeform 8"/>
          <p:cNvSpPr/>
          <p:nvPr/>
        </p:nvSpPr>
        <p:spPr>
          <a:xfrm rot="0" flipH="0" flipV="0">
            <a:off x="1028700" y="2124207"/>
            <a:ext cx="15657623" cy="5621199"/>
          </a:xfrm>
          <a:custGeom>
            <a:avLst/>
            <a:ahLst/>
            <a:rect l="l" t="t" r="r" b="b"/>
            <a:pathLst>
              <a:path w="20888400" h="9048600">
                <a:moveTo>
                  <a:pt x="0" y="0"/>
                </a:moveTo>
                <a:lnTo>
                  <a:pt x="20888400" y="0"/>
                </a:lnTo>
                <a:lnTo>
                  <a:pt x="20888400" y="9048600"/>
                </a:lnTo>
                <a:lnTo>
                  <a:pt x="0" y="9048600"/>
                </a:lnTo>
                <a:close/>
              </a:path>
            </a:pathLst>
          </a:custGeom>
          <a:solidFill>
            <a:srgbClr val="000000">
              <a:alpha val="0"/>
            </a:srgbClr>
          </a:solidFill>
        </p:spPr>
        <p:txBody>
          <a:bodyPr/>
          <a:p>
            <a:r>
              <a:rPr altLang="en-US" sz="6000" lang="zh-CN"/>
              <a:t>
</a:t>
            </a:r>
            <a:r>
              <a:rPr altLang="en-US" sz="6000" lang="en-US"/>
              <a:t>To store student records efficiently</a:t>
            </a:r>
            <a:endParaRPr altLang="en-US" sz="6600" lang="zh-CN"/>
          </a:p>
          <a:p>
            <a:r>
              <a:rPr altLang="en-US" sz="6000" lang="en-US"/>
              <a:t>To add, delete, and search student details</a:t>
            </a:r>
            <a:endParaRPr altLang="en-US" sz="6600" lang="zh-CN"/>
          </a:p>
          <a:p>
            <a:r>
              <a:rPr altLang="en-US" sz="6000" lang="en-US"/>
              <a:t>To manage student data using linked list and structures</a:t>
            </a:r>
            <a:endParaRPr altLang="en-US" sz="6600" lang="zh-CN"/>
          </a:p>
          <a:p>
            <a:r>
              <a:rPr altLang="en-US" sz="6000" lang="en-US"/>
              <a:t>To demonstrate data structure concepts in real application</a:t>
            </a:r>
            <a:endParaRPr altLang="en-US" lang="zh-CN"/>
          </a:p>
        </p:txBody>
      </p:sp>
      <p:grpSp>
        <p:nvGrpSpPr>
          <p:cNvPr id="56" name="Group 10"/>
          <p:cNvGrpSpPr/>
          <p:nvPr/>
        </p:nvGrpSpPr>
        <p:grpSpPr>
          <a:xfrm rot="0">
            <a:off x="1028700" y="9258300"/>
            <a:ext cx="4264820" cy="545307"/>
            <a:chOff x="121900" y="60933"/>
            <a:chExt cx="5442626" cy="605209"/>
          </a:xfrm>
        </p:grpSpPr>
        <p:sp>
          <p:nvSpPr>
            <p:cNvPr id="1048632" name="Freeform 11"/>
            <p:cNvSpPr/>
            <p:nvPr/>
          </p:nvSpPr>
          <p:spPr>
            <a:xfrm rot="0" flipH="0" flipV="0">
              <a:off x="-121900" y="-60933"/>
              <a:ext cx="5686426" cy="727076"/>
            </a:xfrm>
            <a:custGeom>
              <a:avLst/>
              <a:ahLst/>
              <a:rect l="l" t="t" r="r" b="b"/>
              <a:pathLst>
                <a:path w="5686426" h="727076">
                  <a:moveTo>
                    <a:pt x="0" y="0"/>
                  </a:moveTo>
                  <a:lnTo>
                    <a:pt x="5686426" y="0"/>
                  </a:lnTo>
                  <a:lnTo>
                    <a:pt x="5686426" y="727076"/>
                  </a:lnTo>
                  <a:lnTo>
                    <a:pt x="0" y="727076"/>
                  </a:lnTo>
                  <a:close/>
                </a:path>
              </a:pathLst>
            </a:custGeom>
            <a:solidFill>
              <a:srgbClr val="000000">
                <a:alpha val="0"/>
              </a:srgbClr>
            </a:solidFill>
          </p:spPr>
        </p:sp>
        <p:sp>
          <p:nvSpPr>
            <p:cNvPr id="1048633" name="TextBox 12"/>
            <p:cNvSpPr txBox="1"/>
            <p:nvPr/>
          </p:nvSpPr>
          <p:spPr>
            <a:xfrm>
              <a:off x="121900" y="3783"/>
              <a:ext cx="5442626" cy="662359"/>
            </a:xfrm>
            <a:prstGeom prst="rect"/>
          </p:spPr>
          <p:txBody>
            <a:bodyPr anchor="ctr" bIns="0" lIns="0" rIns="0" rtlCol="0" tIns="0"/>
            <a:p>
              <a:pPr algn="l">
                <a:lnSpc>
                  <a:spcPts val="2879"/>
                </a:lnSpc>
              </a:pPr>
              <a:r>
                <a:rPr sz="2399" lang="en-US">
                  <a:solidFill>
                    <a:srgbClr val="8B8B8B"/>
                  </a:solidFill>
                  <a:latin typeface="Calibri (MS)"/>
                  <a:ea typeface="Calibri (MS)"/>
                  <a:cs typeface="Calibri (MS)"/>
                  <a:sym typeface="Calibri (MS)"/>
                </a:rPr>
                <a:t>2</a:t>
              </a:r>
              <a:r>
                <a:rPr sz="2399" lang="en-US">
                  <a:solidFill>
                    <a:srgbClr val="8B8B8B"/>
                  </a:solidFill>
                  <a:latin typeface="Calibri (MS)"/>
                  <a:ea typeface="Calibri (MS)"/>
                  <a:cs typeface="Calibri (MS)"/>
                  <a:sym typeface="Calibri (MS)"/>
                </a:rPr>
                <a:t>7</a:t>
              </a:r>
              <a:r>
                <a:rPr sz="2399" lang="en-US">
                  <a:solidFill>
                    <a:srgbClr val="8B8B8B"/>
                  </a:solidFill>
                  <a:latin typeface="Calibri (MS)"/>
                  <a:ea typeface="Calibri (MS)"/>
                  <a:cs typeface="Calibri (MS)"/>
                  <a:sym typeface="Calibri (MS)"/>
                </a:rPr>
                <a:t>/</a:t>
              </a:r>
              <a:r>
                <a:rPr sz="2399" lang="en-US">
                  <a:solidFill>
                    <a:srgbClr val="8B8B8B"/>
                  </a:solidFill>
                  <a:latin typeface="Calibri (MS)"/>
                  <a:ea typeface="Calibri (MS)"/>
                  <a:cs typeface="Calibri (MS)"/>
                  <a:sym typeface="Calibri (MS)"/>
                </a:rPr>
                <a:t>0</a:t>
              </a:r>
              <a:r>
                <a:rPr sz="2399" lang="en-US">
                  <a:solidFill>
                    <a:srgbClr val="8B8B8B"/>
                  </a:solidFill>
                  <a:latin typeface="Calibri (MS)"/>
                  <a:ea typeface="Calibri (MS)"/>
                  <a:cs typeface="Calibri (MS)"/>
                  <a:sym typeface="Calibri (MS)"/>
                </a:rPr>
                <a:t>2</a:t>
              </a:r>
              <a:r>
                <a:rPr sz="2399" lang="en-US">
                  <a:solidFill>
                    <a:srgbClr val="8B8B8B"/>
                  </a:solidFill>
                  <a:latin typeface="Calibri (MS)"/>
                  <a:ea typeface="Calibri (MS)"/>
                  <a:cs typeface="Calibri (MS)"/>
                  <a:sym typeface="Calibri (MS)"/>
                </a:rPr>
                <a:t>/</a:t>
              </a:r>
              <a:r>
                <a:rPr sz="2399" lang="en-US">
                  <a:solidFill>
                    <a:srgbClr val="8B8B8B"/>
                  </a:solidFill>
                  <a:latin typeface="Calibri (MS)"/>
                  <a:ea typeface="Calibri (MS)"/>
                  <a:cs typeface="Calibri (MS)"/>
                  <a:sym typeface="Calibri (MS)"/>
                </a:rPr>
                <a:t>2</a:t>
              </a:r>
              <a:r>
                <a:rPr sz="2399" lang="en-US">
                  <a:solidFill>
                    <a:srgbClr val="8B8B8B"/>
                  </a:solidFill>
                  <a:latin typeface="Calibri (MS)"/>
                  <a:ea typeface="Calibri (MS)"/>
                  <a:cs typeface="Calibri (MS)"/>
                  <a:sym typeface="Calibri (MS)"/>
                </a:rPr>
                <a:t>0</a:t>
              </a:r>
              <a:r>
                <a:rPr sz="2399" lang="en-US">
                  <a:solidFill>
                    <a:srgbClr val="8B8B8B"/>
                  </a:solidFill>
                  <a:latin typeface="Calibri (MS)"/>
                  <a:ea typeface="Calibri (MS)"/>
                  <a:cs typeface="Calibri (MS)"/>
                  <a:sym typeface="Calibri (MS)"/>
                </a:rPr>
                <a:t>2</a:t>
              </a:r>
              <a:r>
                <a:rPr sz="2399" lang="en-US">
                  <a:solidFill>
                    <a:srgbClr val="8B8B8B"/>
                  </a:solidFill>
                  <a:latin typeface="Calibri (MS)"/>
                  <a:ea typeface="Calibri (MS)"/>
                  <a:cs typeface="Calibri (MS)"/>
                  <a:sym typeface="Calibri (MS)"/>
                </a:rPr>
                <a:t>6</a:t>
              </a:r>
              <a:endParaRPr altLang="en-US" lang="zh-CN"/>
            </a:p>
          </p:txBody>
        </p:sp>
      </p:grpSp>
      <p:grpSp>
        <p:nvGrpSpPr>
          <p:cNvPr id="57" name="Group 3"/>
          <p:cNvGrpSpPr/>
          <p:nvPr/>
        </p:nvGrpSpPr>
        <p:grpSpPr>
          <a:xfrm rot="0">
            <a:off x="3068468" y="1114424"/>
            <a:ext cx="12656344" cy="1808184"/>
            <a:chOff x="120000" y="60000"/>
            <a:chExt cx="16635126" cy="5909324"/>
          </a:xfrm>
        </p:grpSpPr>
        <p:sp>
          <p:nvSpPr>
            <p:cNvPr id="1048634" name="Freeform 4"/>
            <p:cNvSpPr/>
            <p:nvPr/>
          </p:nvSpPr>
          <p:spPr>
            <a:xfrm rot="0" flipH="0" flipV="0">
              <a:off x="-120000" y="-60000"/>
              <a:ext cx="16875126" cy="6029324"/>
            </a:xfrm>
            <a:custGeom>
              <a:avLst/>
              <a:ahLst/>
              <a:rect l="l" t="t" r="r" b="b"/>
              <a:pathLst>
                <a:path w="16875126" h="6029324">
                  <a:moveTo>
                    <a:pt x="0" y="0"/>
                  </a:moveTo>
                  <a:lnTo>
                    <a:pt x="16875126" y="0"/>
                  </a:lnTo>
                  <a:lnTo>
                    <a:pt x="16875126" y="6029324"/>
                  </a:lnTo>
                  <a:lnTo>
                    <a:pt x="0" y="6029324"/>
                  </a:lnTo>
                  <a:close/>
                </a:path>
              </a:pathLst>
            </a:custGeom>
            <a:solidFill>
              <a:srgbClr val="000000">
                <a:alpha val="0"/>
              </a:srgbClr>
            </a:solidFill>
          </p:spPr>
        </p:sp>
        <p:sp>
          <p:nvSpPr>
            <p:cNvPr id="1048635" name="TextBox 5"/>
            <p:cNvSpPr txBox="1"/>
            <p:nvPr/>
          </p:nvSpPr>
          <p:spPr>
            <a:xfrm>
              <a:off x="120000" y="-178125"/>
              <a:ext cx="16635126" cy="6147449"/>
            </a:xfrm>
            <a:prstGeom prst="rect"/>
          </p:spPr>
          <p:txBody>
            <a:bodyPr anchor="t" bIns="0" lIns="0" rIns="0" rtlCol="0" tIns="0"/>
            <a:lstStyle>
              <a:defPPr>
                <a:defRPr lang="en-US"/>
              </a:defPPr>
              <a:lvl1pPr algn="l" defTabSz="914400" eaLnBrk="1" hangingPunct="1" latinLnBrk="0" marL="0" rtl="0">
                <a:defRPr sz="1800" kern="1200">
                  <a:solidFill>
                    <a:srgbClr val="000000"/>
                  </a:solidFill>
                  <a:latin typeface="+mn-lt"/>
                  <a:ea typeface="+mn-ea"/>
                  <a:cs typeface="+mn-cs"/>
                </a:defRPr>
              </a:lvl1pPr>
              <a:lvl2pPr algn="l" defTabSz="914400" eaLnBrk="1" hangingPunct="1" latinLnBrk="0" marL="457200" rtl="0">
                <a:defRPr sz="1800" kern="1200">
                  <a:solidFill>
                    <a:srgbClr val="000000"/>
                  </a:solidFill>
                  <a:latin typeface="+mn-lt"/>
                  <a:ea typeface="+mn-ea"/>
                  <a:cs typeface="+mn-cs"/>
                </a:defRPr>
              </a:lvl2pPr>
              <a:lvl3pPr algn="l" defTabSz="914400" eaLnBrk="1" hangingPunct="1" latinLnBrk="0" marL="914400" rtl="0">
                <a:defRPr sz="1800" kern="1200">
                  <a:solidFill>
                    <a:srgbClr val="000000"/>
                  </a:solidFill>
                  <a:latin typeface="+mn-lt"/>
                  <a:ea typeface="+mn-ea"/>
                  <a:cs typeface="+mn-cs"/>
                </a:defRPr>
              </a:lvl3pPr>
              <a:lvl4pPr algn="l" defTabSz="914400" eaLnBrk="1" hangingPunct="1" latinLnBrk="0" marL="1371600" rtl="0">
                <a:defRPr sz="1800" kern="1200">
                  <a:solidFill>
                    <a:srgbClr val="000000"/>
                  </a:solidFill>
                  <a:latin typeface="+mn-lt"/>
                  <a:ea typeface="+mn-ea"/>
                  <a:cs typeface="+mn-cs"/>
                </a:defRPr>
              </a:lvl4pPr>
              <a:lvl5pPr algn="l" defTabSz="914400" eaLnBrk="1" hangingPunct="1" latinLnBrk="0" marL="1828800" rtl="0">
                <a:defRPr sz="1800" kern="1200">
                  <a:solidFill>
                    <a:srgbClr val="000000"/>
                  </a:solidFill>
                  <a:latin typeface="+mn-lt"/>
                  <a:ea typeface="+mn-ea"/>
                  <a:cs typeface="+mn-cs"/>
                </a:defRPr>
              </a:lvl5pPr>
              <a:lvl6pPr algn="l" defTabSz="914400" eaLnBrk="1" hangingPunct="1" latinLnBrk="0" marL="2286000" rtl="0">
                <a:defRPr sz="1800" kern="1200">
                  <a:solidFill>
                    <a:srgbClr val="000000"/>
                  </a:solidFill>
                  <a:latin typeface="+mn-lt"/>
                  <a:ea typeface="+mn-ea"/>
                  <a:cs typeface="+mn-cs"/>
                </a:defRPr>
              </a:lvl6pPr>
              <a:lvl7pPr algn="l" defTabSz="914400" eaLnBrk="1" hangingPunct="1" latinLnBrk="0" marL="2743200" rtl="0">
                <a:defRPr sz="1800" kern="1200">
                  <a:solidFill>
                    <a:srgbClr val="000000"/>
                  </a:solidFill>
                  <a:latin typeface="+mn-lt"/>
                  <a:ea typeface="+mn-ea"/>
                  <a:cs typeface="+mn-cs"/>
                </a:defRPr>
              </a:lvl7pPr>
              <a:lvl8pPr algn="l" defTabSz="914400" eaLnBrk="1" hangingPunct="1" latinLnBrk="0" marL="3200400" rtl="0">
                <a:defRPr sz="1800" kern="1200">
                  <a:solidFill>
                    <a:srgbClr val="000000"/>
                  </a:solidFill>
                  <a:latin typeface="+mn-lt"/>
                  <a:ea typeface="+mn-ea"/>
                  <a:cs typeface="+mn-cs"/>
                </a:defRPr>
              </a:lvl8pPr>
              <a:lvl9pPr algn="l" defTabSz="914400" eaLnBrk="1" hangingPunct="1" latinLnBrk="0" marL="3657600" rtl="0">
                <a:defRPr sz="1800" kern="1200">
                  <a:solidFill>
                    <a:srgbClr val="000000"/>
                  </a:solidFill>
                  <a:latin typeface="+mn-lt"/>
                  <a:ea typeface="+mn-ea"/>
                  <a:cs typeface="+mn-cs"/>
                </a:defRPr>
              </a:lvl9pPr>
            </a:lstStyle>
            <a:p>
              <a:pPr algn="ctr">
                <a:lnSpc>
                  <a:spcPts val="5400"/>
                </a:lnSpc>
              </a:pPr>
              <a:r>
                <a:rPr b="1" sz="4000" lang="en-US">
                  <a:solidFill>
                    <a:srgbClr val="FF0066"/>
                  </a:solidFill>
                  <a:latin typeface="Arial MT Pro Bold"/>
                  <a:ea typeface="Arial MT Pro Bold"/>
                  <a:cs typeface="Arial MT Pro Bold"/>
                  <a:sym typeface="Arial MT Pro Bold"/>
                </a:rPr>
                <a:t>OBJECTIVE </a:t>
              </a:r>
              <a:endParaRPr altLang="en-US" sz="4400" lang="zh-CN"/>
            </a:p>
            <a:p>
              <a:pPr algn="ctr">
                <a:lnSpc>
                  <a:spcPts val="3600"/>
                </a:lnSpc>
              </a:pPr>
              <a:endParaRPr sz="2800"/>
            </a:p>
            <a:p>
              <a:pPr algn="ctr">
                <a:lnSpc>
                  <a:spcPts val="3600"/>
                </a:lnSpc>
              </a:pPr>
              <a:endParaRPr altLang="en-US" lang="zh-CN"/>
            </a:p>
          </p:txBody>
        </p: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60" name=""/>
        <p:cNvGrpSpPr/>
        <p:nvPr/>
      </p:nvGrpSpPr>
      <p:grpSpPr>
        <a:xfrm>
          <a:off x="0" y="0"/>
          <a:ext cx="0" cy="0"/>
          <a:chOff x="0" y="0"/>
          <a:chExt cx="0" cy="0"/>
        </a:xfrm>
      </p:grpSpPr>
      <p:sp>
        <p:nvSpPr>
          <p:cNvPr id="1048642" name="Freeform 5"/>
          <p:cNvSpPr/>
          <p:nvPr/>
        </p:nvSpPr>
        <p:spPr>
          <a:xfrm rot="0" flipH="0" flipV="0">
            <a:off x="1247775" y="321469"/>
            <a:ext cx="1600200" cy="1585912"/>
          </a:xfrm>
          <a:custGeom>
            <a:avLst/>
            <a:ahLst/>
            <a:rect l="l" t="t" r="r" b="b"/>
            <a:pathLst>
              <a:path w="1600200" h="1585912">
                <a:moveTo>
                  <a:pt x="0" y="0"/>
                </a:moveTo>
                <a:lnTo>
                  <a:pt x="1600200" y="0"/>
                </a:lnTo>
                <a:lnTo>
                  <a:pt x="1600200" y="1585913"/>
                </a:lnTo>
                <a:lnTo>
                  <a:pt x="0" y="1585913"/>
                </a:lnTo>
                <a:lnTo>
                  <a:pt x="0" y="0"/>
                </a:lnTo>
                <a:close/>
              </a:path>
            </a:pathLst>
          </a:custGeom>
          <a:blipFill>
            <a:blip xmlns:r="http://schemas.openxmlformats.org/officeDocument/2006/relationships" r:embed="rId1"/>
            <a:stretch>
              <a:fillRect l="0" t="0" r="0" b="-115"/>
            </a:stretch>
          </a:blipFill>
        </p:spPr>
      </p:sp>
      <p:sp>
        <p:nvSpPr>
          <p:cNvPr id="1048643" name="Freeform 6" descr="KRCE Tiruchirappalli : Admission 2024, Courses, Fees, Placement, Cut Off"/>
          <p:cNvSpPr/>
          <p:nvPr/>
        </p:nvSpPr>
        <p:spPr>
          <a:xfrm rot="0" flipH="0" flipV="0">
            <a:off x="15085220" y="500062"/>
            <a:ext cx="1828800" cy="1771650"/>
          </a:xfrm>
          <a:custGeom>
            <a:avLst/>
            <a:ahLst/>
            <a:rect l="l" t="t" r="r" b="b"/>
            <a:pathLst>
              <a:path w="1828800" h="1771650">
                <a:moveTo>
                  <a:pt x="0" y="0"/>
                </a:moveTo>
                <a:lnTo>
                  <a:pt x="1828800" y="0"/>
                </a:lnTo>
                <a:lnTo>
                  <a:pt x="1828800" y="1771650"/>
                </a:lnTo>
                <a:lnTo>
                  <a:pt x="0" y="1771650"/>
                </a:lnTo>
                <a:lnTo>
                  <a:pt x="0" y="0"/>
                </a:lnTo>
                <a:close/>
              </a:path>
            </a:pathLst>
          </a:custGeom>
          <a:blipFill>
            <a:blip xmlns:r="http://schemas.openxmlformats.org/officeDocument/2006/relationships" r:embed="rId2"/>
            <a:stretch>
              <a:fillRect l="0" t="0" r="0" b="0"/>
            </a:stretch>
          </a:blipFill>
        </p:spPr>
      </p:sp>
      <p:grpSp>
        <p:nvGrpSpPr>
          <p:cNvPr id="61" name="Group 10"/>
          <p:cNvGrpSpPr/>
          <p:nvPr/>
        </p:nvGrpSpPr>
        <p:grpSpPr>
          <a:xfrm rot="0">
            <a:off x="1028700" y="9420112"/>
            <a:ext cx="4264820" cy="545307"/>
            <a:chOff x="121900" y="60933"/>
            <a:chExt cx="5442626" cy="605209"/>
          </a:xfrm>
        </p:grpSpPr>
        <p:sp>
          <p:nvSpPr>
            <p:cNvPr id="1048644" name="Freeform 11"/>
            <p:cNvSpPr/>
            <p:nvPr/>
          </p:nvSpPr>
          <p:spPr>
            <a:xfrm rot="0" flipH="0" flipV="0">
              <a:off x="-121900" y="-60933"/>
              <a:ext cx="5686426" cy="727076"/>
            </a:xfrm>
            <a:custGeom>
              <a:avLst/>
              <a:ahLst/>
              <a:rect l="l" t="t" r="r" b="b"/>
              <a:pathLst>
                <a:path w="5686426" h="727076">
                  <a:moveTo>
                    <a:pt x="0" y="0"/>
                  </a:moveTo>
                  <a:lnTo>
                    <a:pt x="5686426" y="0"/>
                  </a:lnTo>
                  <a:lnTo>
                    <a:pt x="5686426" y="727076"/>
                  </a:lnTo>
                  <a:lnTo>
                    <a:pt x="0" y="727076"/>
                  </a:lnTo>
                  <a:close/>
                </a:path>
              </a:pathLst>
            </a:custGeom>
            <a:solidFill>
              <a:srgbClr val="000000">
                <a:alpha val="0"/>
              </a:srgbClr>
            </a:solidFill>
          </p:spPr>
        </p:sp>
        <p:sp>
          <p:nvSpPr>
            <p:cNvPr id="1048645" name="TextBox 12"/>
            <p:cNvSpPr txBox="1"/>
            <p:nvPr/>
          </p:nvSpPr>
          <p:spPr>
            <a:xfrm>
              <a:off x="121900" y="3783"/>
              <a:ext cx="5442626" cy="662359"/>
            </a:xfrm>
            <a:prstGeom prst="rect"/>
          </p:spPr>
          <p:txBody>
            <a:bodyPr anchor="ctr" bIns="0" lIns="0" rIns="0" rtlCol="0" tIns="0"/>
            <a:p>
              <a:pPr algn="l">
                <a:lnSpc>
                  <a:spcPts val="2879"/>
                </a:lnSpc>
              </a:pPr>
              <a:r>
                <a:rPr sz="2399" lang="en-US">
                  <a:solidFill>
                    <a:srgbClr val="8B8B8B"/>
                  </a:solidFill>
                  <a:latin typeface="Calibri (MS)"/>
                  <a:ea typeface="Calibri (MS)"/>
                  <a:cs typeface="Calibri (MS)"/>
                  <a:sym typeface="Calibri (MS)"/>
                </a:rPr>
                <a:t>2</a:t>
              </a:r>
              <a:r>
                <a:rPr sz="2399" lang="en-US">
                  <a:solidFill>
                    <a:srgbClr val="8B8B8B"/>
                  </a:solidFill>
                  <a:latin typeface="Calibri (MS)"/>
                  <a:ea typeface="Calibri (MS)"/>
                  <a:cs typeface="Calibri (MS)"/>
                  <a:sym typeface="Calibri (MS)"/>
                </a:rPr>
                <a:t>7</a:t>
              </a:r>
              <a:r>
                <a:rPr sz="2399" lang="en-US">
                  <a:solidFill>
                    <a:srgbClr val="8B8B8B"/>
                  </a:solidFill>
                  <a:latin typeface="Calibri (MS)"/>
                  <a:ea typeface="Calibri (MS)"/>
                  <a:cs typeface="Calibri (MS)"/>
                  <a:sym typeface="Calibri (MS)"/>
                </a:rPr>
                <a:t>/</a:t>
              </a:r>
              <a:r>
                <a:rPr sz="2399" lang="en-US">
                  <a:solidFill>
                    <a:srgbClr val="8B8B8B"/>
                  </a:solidFill>
                  <a:latin typeface="Calibri (MS)"/>
                  <a:ea typeface="Calibri (MS)"/>
                  <a:cs typeface="Calibri (MS)"/>
                  <a:sym typeface="Calibri (MS)"/>
                </a:rPr>
                <a:t>0</a:t>
              </a:r>
              <a:r>
                <a:rPr sz="2399" lang="en-US">
                  <a:solidFill>
                    <a:srgbClr val="8B8B8B"/>
                  </a:solidFill>
                  <a:latin typeface="Calibri (MS)"/>
                  <a:ea typeface="Calibri (MS)"/>
                  <a:cs typeface="Calibri (MS)"/>
                  <a:sym typeface="Calibri (MS)"/>
                </a:rPr>
                <a:t>2</a:t>
              </a:r>
              <a:r>
                <a:rPr sz="2399" lang="en-US">
                  <a:solidFill>
                    <a:srgbClr val="8B8B8B"/>
                  </a:solidFill>
                  <a:latin typeface="Calibri (MS)"/>
                  <a:ea typeface="Calibri (MS)"/>
                  <a:cs typeface="Calibri (MS)"/>
                  <a:sym typeface="Calibri (MS)"/>
                </a:rPr>
                <a:t>/</a:t>
              </a:r>
              <a:r>
                <a:rPr sz="2399" lang="en-US">
                  <a:solidFill>
                    <a:srgbClr val="8B8B8B"/>
                  </a:solidFill>
                  <a:latin typeface="Calibri (MS)"/>
                  <a:ea typeface="Calibri (MS)"/>
                  <a:cs typeface="Calibri (MS)"/>
                  <a:sym typeface="Calibri (MS)"/>
                </a:rPr>
                <a:t>2</a:t>
              </a:r>
              <a:r>
                <a:rPr sz="2399" lang="en-US">
                  <a:solidFill>
                    <a:srgbClr val="8B8B8B"/>
                  </a:solidFill>
                  <a:latin typeface="Calibri (MS)"/>
                  <a:ea typeface="Calibri (MS)"/>
                  <a:cs typeface="Calibri (MS)"/>
                  <a:sym typeface="Calibri (MS)"/>
                </a:rPr>
                <a:t>0</a:t>
              </a:r>
              <a:r>
                <a:rPr sz="2399" lang="en-US">
                  <a:solidFill>
                    <a:srgbClr val="8B8B8B"/>
                  </a:solidFill>
                  <a:latin typeface="Calibri (MS)"/>
                  <a:ea typeface="Calibri (MS)"/>
                  <a:cs typeface="Calibri (MS)"/>
                  <a:sym typeface="Calibri (MS)"/>
                </a:rPr>
                <a:t>2</a:t>
              </a:r>
              <a:r>
                <a:rPr sz="2399" lang="en-US">
                  <a:solidFill>
                    <a:srgbClr val="8B8B8B"/>
                  </a:solidFill>
                  <a:latin typeface="Calibri (MS)"/>
                  <a:ea typeface="Calibri (MS)"/>
                  <a:cs typeface="Calibri (MS)"/>
                  <a:sym typeface="Calibri (MS)"/>
                </a:rPr>
                <a:t>6</a:t>
              </a:r>
              <a:endParaRPr altLang="en-US" lang="zh-CN"/>
            </a:p>
          </p:txBody>
        </p:sp>
      </p:grpSp>
      <p:sp>
        <p:nvSpPr>
          <p:cNvPr id="1048646" name=""/>
          <p:cNvSpPr txBox="1"/>
          <p:nvPr/>
        </p:nvSpPr>
        <p:spPr>
          <a:xfrm>
            <a:off x="2288622" y="2858024"/>
            <a:ext cx="13523601" cy="5501640"/>
          </a:xfrm>
          <a:prstGeom prst="rect"/>
        </p:spPr>
        <p:txBody>
          <a:bodyPr rtlCol="0" wrap="square">
            <a:spAutoFit/>
          </a:bodyPr>
          <a:p>
            <a:r>
              <a:rPr sz="6000" lang="en-US">
                <a:solidFill>
                  <a:srgbClr val="000000"/>
                </a:solidFill>
              </a:rPr>
              <a:t>The Student Record Management System (SRMS) is designed to manage and maintain student information efficiently. It helps to store, organize, and access student records easily using linked list and structures.</a:t>
            </a:r>
            <a:endParaRPr sz="2800" lang="en-US">
              <a:solidFill>
                <a:srgbClr val="000000"/>
              </a:solidFill>
            </a:endParaRPr>
          </a:p>
        </p:txBody>
      </p:sp>
      <p:grpSp>
        <p:nvGrpSpPr>
          <p:cNvPr id="62" name="Group 3"/>
          <p:cNvGrpSpPr/>
          <p:nvPr/>
        </p:nvGrpSpPr>
        <p:grpSpPr>
          <a:xfrm rot="0">
            <a:off x="3068468" y="1114424"/>
            <a:ext cx="12656344" cy="1808184"/>
            <a:chOff x="120000" y="60000"/>
            <a:chExt cx="16635126" cy="5909324"/>
          </a:xfrm>
        </p:grpSpPr>
        <p:sp>
          <p:nvSpPr>
            <p:cNvPr id="1048647" name="Freeform 4"/>
            <p:cNvSpPr/>
            <p:nvPr/>
          </p:nvSpPr>
          <p:spPr>
            <a:xfrm rot="0" flipH="0" flipV="0">
              <a:off x="-120000" y="-60000"/>
              <a:ext cx="16875126" cy="6029324"/>
            </a:xfrm>
            <a:custGeom>
              <a:avLst/>
              <a:ahLst/>
              <a:rect l="l" t="t" r="r" b="b"/>
              <a:pathLst>
                <a:path w="16875126" h="6029324">
                  <a:moveTo>
                    <a:pt x="0" y="0"/>
                  </a:moveTo>
                  <a:lnTo>
                    <a:pt x="16875126" y="0"/>
                  </a:lnTo>
                  <a:lnTo>
                    <a:pt x="16875126" y="6029324"/>
                  </a:lnTo>
                  <a:lnTo>
                    <a:pt x="0" y="6029324"/>
                  </a:lnTo>
                  <a:close/>
                </a:path>
              </a:pathLst>
            </a:custGeom>
            <a:solidFill>
              <a:srgbClr val="000000">
                <a:alpha val="0"/>
              </a:srgbClr>
            </a:solidFill>
          </p:spPr>
        </p:sp>
        <p:sp>
          <p:nvSpPr>
            <p:cNvPr id="1048648" name="TextBox 5"/>
            <p:cNvSpPr txBox="1"/>
            <p:nvPr/>
          </p:nvSpPr>
          <p:spPr>
            <a:xfrm>
              <a:off x="120000" y="-178125"/>
              <a:ext cx="16635126" cy="6147449"/>
            </a:xfrm>
            <a:prstGeom prst="rect"/>
          </p:spPr>
          <p:txBody>
            <a:bodyPr anchor="t" bIns="0" lIns="0" rIns="0" rtlCol="0" tIns="0"/>
            <a:lstStyle>
              <a:defPPr>
                <a:defRPr lang="en-US"/>
              </a:defPPr>
              <a:lvl1pPr algn="l" defTabSz="914400" eaLnBrk="1" hangingPunct="1" latinLnBrk="0" marL="0" rtl="0">
                <a:defRPr sz="1800" kern="1200">
                  <a:solidFill>
                    <a:srgbClr val="000000"/>
                  </a:solidFill>
                  <a:latin typeface="+mn-lt"/>
                  <a:ea typeface="+mn-ea"/>
                  <a:cs typeface="+mn-cs"/>
                </a:defRPr>
              </a:lvl1pPr>
              <a:lvl2pPr algn="l" defTabSz="914400" eaLnBrk="1" hangingPunct="1" latinLnBrk="0" marL="457200" rtl="0">
                <a:defRPr sz="1800" kern="1200">
                  <a:solidFill>
                    <a:srgbClr val="000000"/>
                  </a:solidFill>
                  <a:latin typeface="+mn-lt"/>
                  <a:ea typeface="+mn-ea"/>
                  <a:cs typeface="+mn-cs"/>
                </a:defRPr>
              </a:lvl2pPr>
              <a:lvl3pPr algn="l" defTabSz="914400" eaLnBrk="1" hangingPunct="1" latinLnBrk="0" marL="914400" rtl="0">
                <a:defRPr sz="1800" kern="1200">
                  <a:solidFill>
                    <a:srgbClr val="000000"/>
                  </a:solidFill>
                  <a:latin typeface="+mn-lt"/>
                  <a:ea typeface="+mn-ea"/>
                  <a:cs typeface="+mn-cs"/>
                </a:defRPr>
              </a:lvl3pPr>
              <a:lvl4pPr algn="l" defTabSz="914400" eaLnBrk="1" hangingPunct="1" latinLnBrk="0" marL="1371600" rtl="0">
                <a:defRPr sz="1800" kern="1200">
                  <a:solidFill>
                    <a:srgbClr val="000000"/>
                  </a:solidFill>
                  <a:latin typeface="+mn-lt"/>
                  <a:ea typeface="+mn-ea"/>
                  <a:cs typeface="+mn-cs"/>
                </a:defRPr>
              </a:lvl4pPr>
              <a:lvl5pPr algn="l" defTabSz="914400" eaLnBrk="1" hangingPunct="1" latinLnBrk="0" marL="1828800" rtl="0">
                <a:defRPr sz="1800" kern="1200">
                  <a:solidFill>
                    <a:srgbClr val="000000"/>
                  </a:solidFill>
                  <a:latin typeface="+mn-lt"/>
                  <a:ea typeface="+mn-ea"/>
                  <a:cs typeface="+mn-cs"/>
                </a:defRPr>
              </a:lvl5pPr>
              <a:lvl6pPr algn="l" defTabSz="914400" eaLnBrk="1" hangingPunct="1" latinLnBrk="0" marL="2286000" rtl="0">
                <a:defRPr sz="1800" kern="1200">
                  <a:solidFill>
                    <a:srgbClr val="000000"/>
                  </a:solidFill>
                  <a:latin typeface="+mn-lt"/>
                  <a:ea typeface="+mn-ea"/>
                  <a:cs typeface="+mn-cs"/>
                </a:defRPr>
              </a:lvl6pPr>
              <a:lvl7pPr algn="l" defTabSz="914400" eaLnBrk="1" hangingPunct="1" latinLnBrk="0" marL="2743200" rtl="0">
                <a:defRPr sz="1800" kern="1200">
                  <a:solidFill>
                    <a:srgbClr val="000000"/>
                  </a:solidFill>
                  <a:latin typeface="+mn-lt"/>
                  <a:ea typeface="+mn-ea"/>
                  <a:cs typeface="+mn-cs"/>
                </a:defRPr>
              </a:lvl7pPr>
              <a:lvl8pPr algn="l" defTabSz="914400" eaLnBrk="1" hangingPunct="1" latinLnBrk="0" marL="3200400" rtl="0">
                <a:defRPr sz="1800" kern="1200">
                  <a:solidFill>
                    <a:srgbClr val="000000"/>
                  </a:solidFill>
                  <a:latin typeface="+mn-lt"/>
                  <a:ea typeface="+mn-ea"/>
                  <a:cs typeface="+mn-cs"/>
                </a:defRPr>
              </a:lvl8pPr>
              <a:lvl9pPr algn="l" defTabSz="914400" eaLnBrk="1" hangingPunct="1" latinLnBrk="0" marL="3657600" rtl="0">
                <a:defRPr sz="1800" kern="1200">
                  <a:solidFill>
                    <a:srgbClr val="000000"/>
                  </a:solidFill>
                  <a:latin typeface="+mn-lt"/>
                  <a:ea typeface="+mn-ea"/>
                  <a:cs typeface="+mn-cs"/>
                </a:defRPr>
              </a:lvl9pPr>
            </a:lstStyle>
            <a:p>
              <a:pPr algn="ctr">
                <a:lnSpc>
                  <a:spcPts val="5400"/>
                </a:lnSpc>
              </a:pPr>
              <a:r>
                <a:rPr b="1" sz="4000" lang="en-US">
                  <a:solidFill>
                    <a:srgbClr val="FF0066"/>
                  </a:solidFill>
                  <a:latin typeface="Arial MT Pro Bold"/>
                  <a:ea typeface="Arial MT Pro Bold"/>
                  <a:cs typeface="Arial MT Pro Bold"/>
                  <a:sym typeface="Arial MT Pro Bold"/>
                </a:rPr>
                <a:t> </a:t>
              </a:r>
              <a:r>
                <a:rPr b="1" sz="4000" lang="en-US">
                  <a:solidFill>
                    <a:srgbClr val="FF0066"/>
                  </a:solidFill>
                  <a:latin typeface="Arial MT Pro Bold"/>
                  <a:ea typeface="Arial MT Pro Bold"/>
                  <a:cs typeface="Arial MT Pro Bold"/>
                  <a:sym typeface="Arial MT Pro Bold"/>
                </a:rPr>
                <a:t>P</a:t>
              </a:r>
              <a:r>
                <a:rPr b="1" sz="4000" lang="en-US">
                  <a:solidFill>
                    <a:srgbClr val="FF0066"/>
                  </a:solidFill>
                  <a:latin typeface="Arial MT Pro Bold"/>
                  <a:ea typeface="Arial MT Pro Bold"/>
                  <a:cs typeface="Arial MT Pro Bold"/>
                  <a:sym typeface="Arial MT Pro Bold"/>
                </a:rPr>
                <a:t>R</a:t>
              </a:r>
              <a:r>
                <a:rPr b="1" sz="4000" lang="en-US">
                  <a:solidFill>
                    <a:srgbClr val="FF0066"/>
                  </a:solidFill>
                  <a:latin typeface="Arial MT Pro Bold"/>
                  <a:ea typeface="Arial MT Pro Bold"/>
                  <a:cs typeface="Arial MT Pro Bold"/>
                  <a:sym typeface="Arial MT Pro Bold"/>
                </a:rPr>
                <a:t>O</a:t>
              </a:r>
              <a:r>
                <a:rPr b="1" sz="4000" lang="en-US">
                  <a:solidFill>
                    <a:srgbClr val="FF0066"/>
                  </a:solidFill>
                  <a:latin typeface="Arial MT Pro Bold"/>
                  <a:ea typeface="Arial MT Pro Bold"/>
                  <a:cs typeface="Arial MT Pro Bold"/>
                  <a:sym typeface="Arial MT Pro Bold"/>
                </a:rPr>
                <a:t>BLEM </a:t>
              </a:r>
              <a:r>
                <a:rPr b="1" sz="4000" lang="en-US">
                  <a:solidFill>
                    <a:srgbClr val="FF0066"/>
                  </a:solidFill>
                  <a:latin typeface="Arial MT Pro Bold"/>
                  <a:ea typeface="Arial MT Pro Bold"/>
                  <a:cs typeface="Arial MT Pro Bold"/>
                  <a:sym typeface="Arial MT Pro Bold"/>
                </a:rPr>
                <a:t>S</a:t>
              </a:r>
              <a:r>
                <a:rPr b="1" sz="4000" lang="en-US">
                  <a:solidFill>
                    <a:srgbClr val="FF0066"/>
                  </a:solidFill>
                  <a:latin typeface="Arial MT Pro Bold"/>
                  <a:ea typeface="Arial MT Pro Bold"/>
                  <a:cs typeface="Arial MT Pro Bold"/>
                  <a:sym typeface="Arial MT Pro Bold"/>
                </a:rPr>
                <a:t>T</a:t>
              </a:r>
              <a:r>
                <a:rPr b="1" sz="4000" lang="en-US">
                  <a:solidFill>
                    <a:srgbClr val="FF0066"/>
                  </a:solidFill>
                  <a:latin typeface="Arial MT Pro Bold"/>
                  <a:ea typeface="Arial MT Pro Bold"/>
                  <a:cs typeface="Arial MT Pro Bold"/>
                  <a:sym typeface="Arial MT Pro Bold"/>
                </a:rPr>
                <a:t>A</a:t>
              </a:r>
              <a:r>
                <a:rPr b="1" sz="4000" lang="en-US">
                  <a:solidFill>
                    <a:srgbClr val="FF0066"/>
                  </a:solidFill>
                  <a:latin typeface="Arial MT Pro Bold"/>
                  <a:ea typeface="Arial MT Pro Bold"/>
                  <a:cs typeface="Arial MT Pro Bold"/>
                  <a:sym typeface="Arial MT Pro Bold"/>
                </a:rPr>
                <a:t>T</a:t>
              </a:r>
              <a:r>
                <a:rPr b="1" sz="4000" lang="en-US">
                  <a:solidFill>
                    <a:srgbClr val="FF0066"/>
                  </a:solidFill>
                  <a:latin typeface="Arial MT Pro Bold"/>
                  <a:ea typeface="Arial MT Pro Bold"/>
                  <a:cs typeface="Arial MT Pro Bold"/>
                  <a:sym typeface="Arial MT Pro Bold"/>
                </a:rPr>
                <a:t>E</a:t>
              </a:r>
              <a:r>
                <a:rPr b="1" sz="4000" lang="en-US">
                  <a:solidFill>
                    <a:srgbClr val="FF0066"/>
                  </a:solidFill>
                  <a:latin typeface="Arial MT Pro Bold"/>
                  <a:ea typeface="Arial MT Pro Bold"/>
                  <a:cs typeface="Arial MT Pro Bold"/>
                  <a:sym typeface="Arial MT Pro Bold"/>
                </a:rPr>
                <a:t>MENT </a:t>
              </a:r>
              <a:endParaRPr altLang="en-US" sz="4400" lang="zh-CN"/>
            </a:p>
            <a:p>
              <a:pPr algn="ctr">
                <a:lnSpc>
                  <a:spcPts val="3600"/>
                </a:lnSpc>
              </a:pPr>
              <a:endParaRPr sz="2800"/>
            </a:p>
            <a:p>
              <a:pPr algn="ctr">
                <a:lnSpc>
                  <a:spcPts val="3600"/>
                </a:lnSpc>
              </a:pPr>
              <a:endParaRPr altLang="en-US" lang="zh-CN"/>
            </a:p>
          </p:txBody>
        </p:sp>
      </p:grpSp>
      <p:sp>
        <p:nvSpPr>
          <p:cNvPr id="1048649" name="Freeform 4"/>
          <p:cNvSpPr/>
          <p:nvPr/>
        </p:nvSpPr>
        <p:spPr>
          <a:xfrm rot="0" flipH="0" flipV="0">
            <a:off x="3038272" y="1230106"/>
            <a:ext cx="12838940" cy="1844903"/>
          </a:xfrm>
          <a:custGeom>
            <a:avLst/>
            <a:ahLst/>
            <a:rect l="l" t="t" r="r" b="b"/>
            <a:pathLst>
              <a:path w="16875126" h="6029324">
                <a:moveTo>
                  <a:pt x="0" y="0"/>
                </a:moveTo>
                <a:lnTo>
                  <a:pt x="16875126" y="0"/>
                </a:lnTo>
                <a:lnTo>
                  <a:pt x="16875126" y="6029324"/>
                </a:lnTo>
                <a:lnTo>
                  <a:pt x="0" y="6029324"/>
                </a:lnTo>
                <a:close/>
              </a:path>
            </a:pathLst>
          </a:custGeom>
          <a:solidFill>
            <a:srgbClr val="000000">
              <a:alpha val="0"/>
            </a:srgbClr>
          </a:solidFill>
        </p:spPr>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65" name=""/>
        <p:cNvGrpSpPr/>
        <p:nvPr/>
      </p:nvGrpSpPr>
      <p:grpSpPr>
        <a:xfrm>
          <a:off x="0" y="0"/>
          <a:ext cx="0" cy="0"/>
          <a:chOff x="0" y="0"/>
          <a:chExt cx="0" cy="0"/>
        </a:xfrm>
      </p:grpSpPr>
      <p:sp>
        <p:nvSpPr>
          <p:cNvPr id="1048656" name="Freeform 5"/>
          <p:cNvSpPr/>
          <p:nvPr/>
        </p:nvSpPr>
        <p:spPr>
          <a:xfrm rot="0" flipH="0" flipV="0">
            <a:off x="1247775" y="321469"/>
            <a:ext cx="1600200" cy="1585912"/>
          </a:xfrm>
          <a:custGeom>
            <a:avLst/>
            <a:ahLst/>
            <a:rect l="l" t="t" r="r" b="b"/>
            <a:pathLst>
              <a:path w="1600200" h="1585912">
                <a:moveTo>
                  <a:pt x="0" y="0"/>
                </a:moveTo>
                <a:lnTo>
                  <a:pt x="1600200" y="0"/>
                </a:lnTo>
                <a:lnTo>
                  <a:pt x="1600200" y="1585913"/>
                </a:lnTo>
                <a:lnTo>
                  <a:pt x="0" y="1585913"/>
                </a:lnTo>
                <a:lnTo>
                  <a:pt x="0" y="0"/>
                </a:lnTo>
                <a:close/>
              </a:path>
            </a:pathLst>
          </a:custGeom>
          <a:blipFill>
            <a:blip xmlns:r="http://schemas.openxmlformats.org/officeDocument/2006/relationships" r:embed="rId1"/>
            <a:stretch>
              <a:fillRect l="0" t="0" r="0" b="-115"/>
            </a:stretch>
          </a:blipFill>
        </p:spPr>
      </p:sp>
      <p:sp>
        <p:nvSpPr>
          <p:cNvPr id="1048657" name="Freeform 6" descr="KRCE Tiruchirappalli : Admission 2024, Courses, Fees, Placement, Cut Off"/>
          <p:cNvSpPr/>
          <p:nvPr/>
        </p:nvSpPr>
        <p:spPr>
          <a:xfrm rot="0" flipH="0" flipV="0">
            <a:off x="15085220" y="500062"/>
            <a:ext cx="1828800" cy="1771650"/>
          </a:xfrm>
          <a:custGeom>
            <a:avLst/>
            <a:ahLst/>
            <a:rect l="l" t="t" r="r" b="b"/>
            <a:pathLst>
              <a:path w="1828800" h="1771650">
                <a:moveTo>
                  <a:pt x="0" y="0"/>
                </a:moveTo>
                <a:lnTo>
                  <a:pt x="1828800" y="0"/>
                </a:lnTo>
                <a:lnTo>
                  <a:pt x="1828800" y="1771650"/>
                </a:lnTo>
                <a:lnTo>
                  <a:pt x="0" y="1771650"/>
                </a:lnTo>
                <a:lnTo>
                  <a:pt x="0" y="0"/>
                </a:lnTo>
                <a:close/>
              </a:path>
            </a:pathLst>
          </a:custGeom>
          <a:blipFill>
            <a:blip xmlns:r="http://schemas.openxmlformats.org/officeDocument/2006/relationships" r:embed="rId2"/>
            <a:stretch>
              <a:fillRect l="0" t="0" r="0" b="0"/>
            </a:stretch>
          </a:blipFill>
        </p:spPr>
      </p:sp>
      <p:grpSp>
        <p:nvGrpSpPr>
          <p:cNvPr id="66" name="Group 10"/>
          <p:cNvGrpSpPr/>
          <p:nvPr/>
        </p:nvGrpSpPr>
        <p:grpSpPr>
          <a:xfrm rot="0">
            <a:off x="914400" y="9420112"/>
            <a:ext cx="4264820" cy="545307"/>
            <a:chOff x="121900" y="60933"/>
            <a:chExt cx="5442626" cy="605209"/>
          </a:xfrm>
        </p:grpSpPr>
        <p:sp>
          <p:nvSpPr>
            <p:cNvPr id="1048658" name="Freeform 11"/>
            <p:cNvSpPr/>
            <p:nvPr/>
          </p:nvSpPr>
          <p:spPr>
            <a:xfrm rot="0" flipH="0" flipV="0">
              <a:off x="-121900" y="-60933"/>
              <a:ext cx="5686426" cy="727076"/>
            </a:xfrm>
            <a:custGeom>
              <a:avLst/>
              <a:ahLst/>
              <a:rect l="l" t="t" r="r" b="b"/>
              <a:pathLst>
                <a:path w="5686426" h="727076">
                  <a:moveTo>
                    <a:pt x="0" y="0"/>
                  </a:moveTo>
                  <a:lnTo>
                    <a:pt x="5686426" y="0"/>
                  </a:lnTo>
                  <a:lnTo>
                    <a:pt x="5686426" y="727076"/>
                  </a:lnTo>
                  <a:lnTo>
                    <a:pt x="0" y="727076"/>
                  </a:lnTo>
                  <a:close/>
                </a:path>
              </a:pathLst>
            </a:custGeom>
            <a:solidFill>
              <a:srgbClr val="000000">
                <a:alpha val="0"/>
              </a:srgbClr>
            </a:solidFill>
          </p:spPr>
        </p:sp>
        <p:sp>
          <p:nvSpPr>
            <p:cNvPr id="1048659" name="TextBox 12"/>
            <p:cNvSpPr txBox="1"/>
            <p:nvPr/>
          </p:nvSpPr>
          <p:spPr>
            <a:xfrm>
              <a:off x="121900" y="13308"/>
              <a:ext cx="5442626" cy="652834"/>
            </a:xfrm>
            <a:prstGeom prst="rect"/>
          </p:spPr>
          <p:txBody>
            <a:bodyPr anchor="ctr" bIns="0" lIns="0" rIns="0" rtlCol="0" tIns="0"/>
            <a:p>
              <a:pPr algn="l">
                <a:lnSpc>
                  <a:spcPts val="2639"/>
                </a:lnSpc>
              </a:pPr>
              <a:r>
                <a:rPr sz="2199" lang="en-US">
                  <a:solidFill>
                    <a:srgbClr val="8B8B8B"/>
                  </a:solidFill>
                  <a:latin typeface="Calibri (MS)"/>
                  <a:ea typeface="Calibri (MS)"/>
                  <a:cs typeface="Calibri (MS)"/>
                  <a:sym typeface="Calibri (MS)"/>
                </a:rPr>
                <a:t>2</a:t>
              </a:r>
              <a:r>
                <a:rPr sz="2199" lang="en-US">
                  <a:solidFill>
                    <a:srgbClr val="8B8B8B"/>
                  </a:solidFill>
                  <a:latin typeface="Calibri (MS)"/>
                  <a:ea typeface="Calibri (MS)"/>
                  <a:cs typeface="Calibri (MS)"/>
                  <a:sym typeface="Calibri (MS)"/>
                </a:rPr>
                <a:t>7</a:t>
              </a:r>
              <a:r>
                <a:rPr sz="2199" lang="en-US">
                  <a:solidFill>
                    <a:srgbClr val="8B8B8B"/>
                  </a:solidFill>
                  <a:latin typeface="Calibri (MS)"/>
                  <a:ea typeface="Calibri (MS)"/>
                  <a:cs typeface="Calibri (MS)"/>
                  <a:sym typeface="Calibri (MS)"/>
                </a:rPr>
                <a:t>/</a:t>
              </a:r>
              <a:r>
                <a:rPr sz="2199" lang="en-US">
                  <a:solidFill>
                    <a:srgbClr val="8B8B8B"/>
                  </a:solidFill>
                  <a:latin typeface="Calibri (MS)"/>
                  <a:ea typeface="Calibri (MS)"/>
                  <a:cs typeface="Calibri (MS)"/>
                  <a:sym typeface="Calibri (MS)"/>
                </a:rPr>
                <a:t>0</a:t>
              </a:r>
              <a:r>
                <a:rPr sz="2199" lang="en-US">
                  <a:solidFill>
                    <a:srgbClr val="8B8B8B"/>
                  </a:solidFill>
                  <a:latin typeface="Calibri (MS)"/>
                  <a:ea typeface="Calibri (MS)"/>
                  <a:cs typeface="Calibri (MS)"/>
                  <a:sym typeface="Calibri (MS)"/>
                </a:rPr>
                <a:t>2</a:t>
              </a:r>
              <a:r>
                <a:rPr sz="2199" lang="en-US">
                  <a:solidFill>
                    <a:srgbClr val="8B8B8B"/>
                  </a:solidFill>
                  <a:latin typeface="Calibri (MS)"/>
                  <a:ea typeface="Calibri (MS)"/>
                  <a:cs typeface="Calibri (MS)"/>
                  <a:sym typeface="Calibri (MS)"/>
                </a:rPr>
                <a:t>/</a:t>
              </a:r>
              <a:r>
                <a:rPr sz="2199" lang="en-US">
                  <a:solidFill>
                    <a:srgbClr val="8B8B8B"/>
                  </a:solidFill>
                  <a:latin typeface="Calibri (MS)"/>
                  <a:ea typeface="Calibri (MS)"/>
                  <a:cs typeface="Calibri (MS)"/>
                  <a:sym typeface="Calibri (MS)"/>
                </a:rPr>
                <a:t>2</a:t>
              </a:r>
              <a:r>
                <a:rPr sz="2199" lang="en-US">
                  <a:solidFill>
                    <a:srgbClr val="8B8B8B"/>
                  </a:solidFill>
                  <a:latin typeface="Calibri (MS)"/>
                  <a:ea typeface="Calibri (MS)"/>
                  <a:cs typeface="Calibri (MS)"/>
                  <a:sym typeface="Calibri (MS)"/>
                </a:rPr>
                <a:t>0</a:t>
              </a:r>
              <a:r>
                <a:rPr sz="2199" lang="en-US">
                  <a:solidFill>
                    <a:srgbClr val="8B8B8B"/>
                  </a:solidFill>
                  <a:latin typeface="Calibri (MS)"/>
                  <a:ea typeface="Calibri (MS)"/>
                  <a:cs typeface="Calibri (MS)"/>
                  <a:sym typeface="Calibri (MS)"/>
                </a:rPr>
                <a:t>2</a:t>
              </a:r>
              <a:r>
                <a:rPr sz="2199" lang="en-US">
                  <a:solidFill>
                    <a:srgbClr val="8B8B8B"/>
                  </a:solidFill>
                  <a:latin typeface="Calibri (MS)"/>
                  <a:ea typeface="Calibri (MS)"/>
                  <a:cs typeface="Calibri (MS)"/>
                  <a:sym typeface="Calibri (MS)"/>
                </a:rPr>
                <a:t>6</a:t>
              </a:r>
              <a:endParaRPr altLang="en-US" lang="zh-CN"/>
            </a:p>
          </p:txBody>
        </p:sp>
      </p:grpSp>
      <p:sp>
        <p:nvSpPr>
          <p:cNvPr id="1048660" name=""/>
          <p:cNvSpPr txBox="1"/>
          <p:nvPr/>
        </p:nvSpPr>
        <p:spPr>
          <a:xfrm>
            <a:off x="1336782" y="3524487"/>
            <a:ext cx="16061858" cy="3698239"/>
          </a:xfrm>
          <a:prstGeom prst="rect"/>
        </p:spPr>
        <p:txBody>
          <a:bodyPr rtlCol="0" wrap="square">
            <a:spAutoFit/>
          </a:bodyPr>
          <a:p>
            <a:r>
              <a:rPr altLang="en-US" sz="6000" lang="en-US">
                <a:solidFill>
                  <a:srgbClr val="000000"/>
                </a:solidFill>
              </a:rPr>
              <a:t>• C Programming : Used to create the program</a:t>
            </a:r>
            <a:endParaRPr sz="6600" lang="en-US">
              <a:solidFill>
                <a:srgbClr val="000000"/>
              </a:solidFill>
            </a:endParaRPr>
          </a:p>
          <a:p>
            <a:r>
              <a:rPr altLang="en-US" sz="6000" lang="en-US">
                <a:solidFill>
                  <a:srgbClr val="000000"/>
                </a:solidFill>
              </a:rPr>
              <a:t>• Structures : Used to store student details</a:t>
            </a:r>
            <a:endParaRPr sz="6600" lang="en-US">
              <a:solidFill>
                <a:srgbClr val="000000"/>
              </a:solidFill>
            </a:endParaRPr>
          </a:p>
          <a:p>
            <a:r>
              <a:rPr altLang="en-US" sz="6000" lang="en-US">
                <a:solidFill>
                  <a:srgbClr val="000000"/>
                </a:solidFill>
              </a:rPr>
              <a:t>• Linked List : Used to store student records</a:t>
            </a:r>
            <a:endParaRPr sz="6600" lang="en-US">
              <a:solidFill>
                <a:srgbClr val="000000"/>
              </a:solidFill>
            </a:endParaRPr>
          </a:p>
          <a:p>
            <a:r>
              <a:rPr altLang="en-US" sz="6000" lang="en-US">
                <a:solidFill>
                  <a:srgbClr val="000000"/>
                </a:solidFill>
              </a:rPr>
              <a:t>• Pointers : Used to connect student records</a:t>
            </a:r>
            <a:endParaRPr sz="2800" lang="en-US">
              <a:solidFill>
                <a:srgbClr val="000000"/>
              </a:solidFill>
            </a:endParaRPr>
          </a:p>
        </p:txBody>
      </p:sp>
      <p:grpSp>
        <p:nvGrpSpPr>
          <p:cNvPr id="67" name="Group 3"/>
          <p:cNvGrpSpPr/>
          <p:nvPr/>
        </p:nvGrpSpPr>
        <p:grpSpPr>
          <a:xfrm rot="0">
            <a:off x="3068468" y="1114424"/>
            <a:ext cx="12656344" cy="1808184"/>
            <a:chOff x="120000" y="60000"/>
            <a:chExt cx="16635126" cy="5909324"/>
          </a:xfrm>
        </p:grpSpPr>
        <p:sp>
          <p:nvSpPr>
            <p:cNvPr id="1048661" name="Freeform 4"/>
            <p:cNvSpPr/>
            <p:nvPr/>
          </p:nvSpPr>
          <p:spPr>
            <a:xfrm rot="0" flipH="0" flipV="0">
              <a:off x="-120000" y="-60000"/>
              <a:ext cx="16875126" cy="6029324"/>
            </a:xfrm>
            <a:custGeom>
              <a:avLst/>
              <a:ahLst/>
              <a:rect l="l" t="t" r="r" b="b"/>
              <a:pathLst>
                <a:path w="16875126" h="6029324">
                  <a:moveTo>
                    <a:pt x="0" y="0"/>
                  </a:moveTo>
                  <a:lnTo>
                    <a:pt x="16875126" y="0"/>
                  </a:lnTo>
                  <a:lnTo>
                    <a:pt x="16875126" y="6029324"/>
                  </a:lnTo>
                  <a:lnTo>
                    <a:pt x="0" y="6029324"/>
                  </a:lnTo>
                  <a:close/>
                </a:path>
              </a:pathLst>
            </a:custGeom>
            <a:solidFill>
              <a:srgbClr val="000000">
                <a:alpha val="0"/>
              </a:srgbClr>
            </a:solidFill>
          </p:spPr>
        </p:sp>
        <p:sp>
          <p:nvSpPr>
            <p:cNvPr id="1048662" name="TextBox 5"/>
            <p:cNvSpPr txBox="1"/>
            <p:nvPr/>
          </p:nvSpPr>
          <p:spPr>
            <a:xfrm>
              <a:off x="120000" y="-178125"/>
              <a:ext cx="16635126" cy="6147449"/>
            </a:xfrm>
            <a:prstGeom prst="rect"/>
          </p:spPr>
          <p:txBody>
            <a:bodyPr anchor="t" bIns="0" lIns="0" rIns="0" rtlCol="0" tIns="0"/>
            <a:lstStyle>
              <a:defPPr>
                <a:defRPr lang="en-US"/>
              </a:defPPr>
              <a:lvl1pPr algn="l" defTabSz="914400" eaLnBrk="1" hangingPunct="1" latinLnBrk="0" marL="0" rtl="0">
                <a:defRPr sz="1800" kern="1200">
                  <a:solidFill>
                    <a:srgbClr val="000000"/>
                  </a:solidFill>
                  <a:latin typeface="+mn-lt"/>
                  <a:ea typeface="+mn-ea"/>
                  <a:cs typeface="+mn-cs"/>
                </a:defRPr>
              </a:lvl1pPr>
              <a:lvl2pPr algn="l" defTabSz="914400" eaLnBrk="1" hangingPunct="1" latinLnBrk="0" marL="457200" rtl="0">
                <a:defRPr sz="1800" kern="1200">
                  <a:solidFill>
                    <a:srgbClr val="000000"/>
                  </a:solidFill>
                  <a:latin typeface="+mn-lt"/>
                  <a:ea typeface="+mn-ea"/>
                  <a:cs typeface="+mn-cs"/>
                </a:defRPr>
              </a:lvl2pPr>
              <a:lvl3pPr algn="l" defTabSz="914400" eaLnBrk="1" hangingPunct="1" latinLnBrk="0" marL="914400" rtl="0">
                <a:defRPr sz="1800" kern="1200">
                  <a:solidFill>
                    <a:srgbClr val="000000"/>
                  </a:solidFill>
                  <a:latin typeface="+mn-lt"/>
                  <a:ea typeface="+mn-ea"/>
                  <a:cs typeface="+mn-cs"/>
                </a:defRPr>
              </a:lvl3pPr>
              <a:lvl4pPr algn="l" defTabSz="914400" eaLnBrk="1" hangingPunct="1" latinLnBrk="0" marL="1371600" rtl="0">
                <a:defRPr sz="1800" kern="1200">
                  <a:solidFill>
                    <a:srgbClr val="000000"/>
                  </a:solidFill>
                  <a:latin typeface="+mn-lt"/>
                  <a:ea typeface="+mn-ea"/>
                  <a:cs typeface="+mn-cs"/>
                </a:defRPr>
              </a:lvl4pPr>
              <a:lvl5pPr algn="l" defTabSz="914400" eaLnBrk="1" hangingPunct="1" latinLnBrk="0" marL="1828800" rtl="0">
                <a:defRPr sz="1800" kern="1200">
                  <a:solidFill>
                    <a:srgbClr val="000000"/>
                  </a:solidFill>
                  <a:latin typeface="+mn-lt"/>
                  <a:ea typeface="+mn-ea"/>
                  <a:cs typeface="+mn-cs"/>
                </a:defRPr>
              </a:lvl5pPr>
              <a:lvl6pPr algn="l" defTabSz="914400" eaLnBrk="1" hangingPunct="1" latinLnBrk="0" marL="2286000" rtl="0">
                <a:defRPr sz="1800" kern="1200">
                  <a:solidFill>
                    <a:srgbClr val="000000"/>
                  </a:solidFill>
                  <a:latin typeface="+mn-lt"/>
                  <a:ea typeface="+mn-ea"/>
                  <a:cs typeface="+mn-cs"/>
                </a:defRPr>
              </a:lvl6pPr>
              <a:lvl7pPr algn="l" defTabSz="914400" eaLnBrk="1" hangingPunct="1" latinLnBrk="0" marL="2743200" rtl="0">
                <a:defRPr sz="1800" kern="1200">
                  <a:solidFill>
                    <a:srgbClr val="000000"/>
                  </a:solidFill>
                  <a:latin typeface="+mn-lt"/>
                  <a:ea typeface="+mn-ea"/>
                  <a:cs typeface="+mn-cs"/>
                </a:defRPr>
              </a:lvl7pPr>
              <a:lvl8pPr algn="l" defTabSz="914400" eaLnBrk="1" hangingPunct="1" latinLnBrk="0" marL="3200400" rtl="0">
                <a:defRPr sz="1800" kern="1200">
                  <a:solidFill>
                    <a:srgbClr val="000000"/>
                  </a:solidFill>
                  <a:latin typeface="+mn-lt"/>
                  <a:ea typeface="+mn-ea"/>
                  <a:cs typeface="+mn-cs"/>
                </a:defRPr>
              </a:lvl8pPr>
              <a:lvl9pPr algn="l" defTabSz="914400" eaLnBrk="1" hangingPunct="1" latinLnBrk="0" marL="3657600" rtl="0">
                <a:defRPr sz="1800" kern="1200">
                  <a:solidFill>
                    <a:srgbClr val="000000"/>
                  </a:solidFill>
                  <a:latin typeface="+mn-lt"/>
                  <a:ea typeface="+mn-ea"/>
                  <a:cs typeface="+mn-cs"/>
                </a:defRPr>
              </a:lvl9pPr>
            </a:lstStyle>
            <a:p>
              <a:pPr algn="ctr">
                <a:lnSpc>
                  <a:spcPts val="5400"/>
                </a:lnSpc>
              </a:pPr>
              <a:r>
                <a:rPr b="1" sz="4000" lang="en-US">
                  <a:solidFill>
                    <a:srgbClr val="FF0066"/>
                  </a:solidFill>
                  <a:latin typeface="Arial MT Pro Bold"/>
                  <a:ea typeface="Arial MT Pro Bold"/>
                  <a:cs typeface="Arial MT Pro Bold"/>
                  <a:sym typeface="Arial MT Pro Bold"/>
                </a:rPr>
                <a:t> </a:t>
              </a:r>
              <a:r>
                <a:rPr b="1" sz="4000" lang="en-US">
                  <a:solidFill>
                    <a:srgbClr val="FF0066"/>
                  </a:solidFill>
                  <a:latin typeface="Arial MT Pro Bold"/>
                  <a:ea typeface="Arial MT Pro Bold"/>
                  <a:cs typeface="Arial MT Pro Bold"/>
                  <a:sym typeface="Arial MT Pro Bold"/>
                </a:rPr>
                <a:t>T</a:t>
              </a:r>
              <a:r>
                <a:rPr b="1" sz="4000" lang="en-US">
                  <a:solidFill>
                    <a:srgbClr val="FF0066"/>
                  </a:solidFill>
                  <a:latin typeface="Arial MT Pro Bold"/>
                  <a:ea typeface="Arial MT Pro Bold"/>
                  <a:cs typeface="Arial MT Pro Bold"/>
                  <a:sym typeface="Arial MT Pro Bold"/>
                </a:rPr>
                <a:t>E</a:t>
              </a:r>
              <a:r>
                <a:rPr b="1" sz="4000" lang="en-US">
                  <a:solidFill>
                    <a:srgbClr val="FF0066"/>
                  </a:solidFill>
                  <a:latin typeface="Arial MT Pro Bold"/>
                  <a:ea typeface="Arial MT Pro Bold"/>
                  <a:cs typeface="Arial MT Pro Bold"/>
                  <a:sym typeface="Arial MT Pro Bold"/>
                </a:rPr>
                <a:t>C</a:t>
              </a:r>
              <a:r>
                <a:rPr b="1" sz="4000" lang="en-US">
                  <a:solidFill>
                    <a:srgbClr val="FF0066"/>
                  </a:solidFill>
                  <a:latin typeface="Arial MT Pro Bold"/>
                  <a:ea typeface="Arial MT Pro Bold"/>
                  <a:cs typeface="Arial MT Pro Bold"/>
                  <a:sym typeface="Arial MT Pro Bold"/>
                </a:rPr>
                <a:t>H</a:t>
              </a:r>
              <a:r>
                <a:rPr b="1" sz="4000" lang="en-US">
                  <a:solidFill>
                    <a:srgbClr val="FF0066"/>
                  </a:solidFill>
                  <a:latin typeface="Arial MT Pro Bold"/>
                  <a:ea typeface="Arial MT Pro Bold"/>
                  <a:cs typeface="Arial MT Pro Bold"/>
                  <a:sym typeface="Arial MT Pro Bold"/>
                </a:rPr>
                <a:t>N</a:t>
              </a:r>
              <a:r>
                <a:rPr b="1" sz="4000" lang="en-US">
                  <a:solidFill>
                    <a:srgbClr val="FF0066"/>
                  </a:solidFill>
                  <a:latin typeface="Arial MT Pro Bold"/>
                  <a:ea typeface="Arial MT Pro Bold"/>
                  <a:cs typeface="Arial MT Pro Bold"/>
                  <a:sym typeface="Arial MT Pro Bold"/>
                </a:rPr>
                <a:t>OLOG</a:t>
              </a:r>
              <a:r>
                <a:rPr b="1" sz="4000" lang="en-US">
                  <a:solidFill>
                    <a:srgbClr val="FF0066"/>
                  </a:solidFill>
                  <a:latin typeface="Arial MT Pro Bold"/>
                  <a:ea typeface="Arial MT Pro Bold"/>
                  <a:cs typeface="Arial MT Pro Bold"/>
                  <a:sym typeface="Arial MT Pro Bold"/>
                </a:rPr>
                <a:t>IES </a:t>
              </a:r>
              <a:r>
                <a:rPr b="1" sz="4000" lang="en-US">
                  <a:solidFill>
                    <a:srgbClr val="FF0066"/>
                  </a:solidFill>
                  <a:latin typeface="Arial MT Pro Bold"/>
                  <a:ea typeface="Arial MT Pro Bold"/>
                  <a:cs typeface="Arial MT Pro Bold"/>
                  <a:sym typeface="Arial MT Pro Bold"/>
                </a:rPr>
                <a:t>U</a:t>
              </a:r>
              <a:r>
                <a:rPr b="1" sz="4000" lang="en-US">
                  <a:solidFill>
                    <a:srgbClr val="FF0066"/>
                  </a:solidFill>
                  <a:latin typeface="Arial MT Pro Bold"/>
                  <a:ea typeface="Arial MT Pro Bold"/>
                  <a:cs typeface="Arial MT Pro Bold"/>
                  <a:sym typeface="Arial MT Pro Bold"/>
                </a:rPr>
                <a:t>S</a:t>
              </a:r>
              <a:r>
                <a:rPr b="1" sz="4000" lang="en-US">
                  <a:solidFill>
                    <a:srgbClr val="FF0066"/>
                  </a:solidFill>
                  <a:latin typeface="Arial MT Pro Bold"/>
                  <a:ea typeface="Arial MT Pro Bold"/>
                  <a:cs typeface="Arial MT Pro Bold"/>
                  <a:sym typeface="Arial MT Pro Bold"/>
                </a:rPr>
                <a:t>E</a:t>
              </a:r>
              <a:r>
                <a:rPr b="1" sz="4000" lang="en-US">
                  <a:solidFill>
                    <a:srgbClr val="FF0066"/>
                  </a:solidFill>
                  <a:latin typeface="Arial MT Pro Bold"/>
                  <a:ea typeface="Arial MT Pro Bold"/>
                  <a:cs typeface="Arial MT Pro Bold"/>
                  <a:sym typeface="Arial MT Pro Bold"/>
                </a:rPr>
                <a:t>D</a:t>
              </a:r>
              <a:endParaRPr altLang="en-US" sz="4400" lang="zh-CN"/>
            </a:p>
            <a:p>
              <a:pPr algn="ctr">
                <a:lnSpc>
                  <a:spcPts val="3600"/>
                </a:lnSpc>
              </a:pPr>
              <a:endParaRPr sz="2800"/>
            </a:p>
            <a:p>
              <a:pPr algn="ctr">
                <a:lnSpc>
                  <a:spcPts val="3600"/>
                </a:lnSpc>
              </a:pPr>
              <a:endParaRPr altLang="en-US" lang="zh-CN"/>
            </a:p>
          </p:txBody>
        </p:sp>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70" name=""/>
        <p:cNvGrpSpPr/>
        <p:nvPr/>
      </p:nvGrpSpPr>
      <p:grpSpPr>
        <a:xfrm>
          <a:off x="0" y="0"/>
          <a:ext cx="0" cy="0"/>
          <a:chOff x="0" y="0"/>
          <a:chExt cx="0" cy="0"/>
        </a:xfrm>
      </p:grpSpPr>
      <p:grpSp>
        <p:nvGrpSpPr>
          <p:cNvPr id="71" name="Group 5"/>
          <p:cNvGrpSpPr/>
          <p:nvPr/>
        </p:nvGrpSpPr>
        <p:grpSpPr>
          <a:xfrm rot="0">
            <a:off x="914400" y="9534525"/>
            <a:ext cx="4264820" cy="545307"/>
            <a:chOff x="121900" y="60933"/>
            <a:chExt cx="5442626" cy="605209"/>
          </a:xfrm>
        </p:grpSpPr>
        <p:sp>
          <p:nvSpPr>
            <p:cNvPr id="1048669" name="Freeform 6"/>
            <p:cNvSpPr/>
            <p:nvPr/>
          </p:nvSpPr>
          <p:spPr>
            <a:xfrm rot="0" flipH="0" flipV="0">
              <a:off x="-121900" y="-60933"/>
              <a:ext cx="5686426" cy="727076"/>
            </a:xfrm>
            <a:custGeom>
              <a:avLst/>
              <a:ahLst/>
              <a:rect l="l" t="t" r="r" b="b"/>
              <a:pathLst>
                <a:path w="5686426" h="727076">
                  <a:moveTo>
                    <a:pt x="0" y="0"/>
                  </a:moveTo>
                  <a:lnTo>
                    <a:pt x="5686426" y="0"/>
                  </a:lnTo>
                  <a:lnTo>
                    <a:pt x="5686426" y="727076"/>
                  </a:lnTo>
                  <a:lnTo>
                    <a:pt x="0" y="727076"/>
                  </a:lnTo>
                  <a:close/>
                </a:path>
              </a:pathLst>
            </a:custGeom>
            <a:solidFill>
              <a:srgbClr val="000000">
                <a:alpha val="0"/>
              </a:srgbClr>
            </a:solidFill>
          </p:spPr>
        </p:sp>
        <p:sp>
          <p:nvSpPr>
            <p:cNvPr id="1048670" name="TextBox 7"/>
            <p:cNvSpPr txBox="1"/>
            <p:nvPr/>
          </p:nvSpPr>
          <p:spPr>
            <a:xfrm>
              <a:off x="121900" y="13308"/>
              <a:ext cx="5442626" cy="652834"/>
            </a:xfrm>
            <a:prstGeom prst="rect"/>
          </p:spPr>
          <p:txBody>
            <a:bodyPr anchor="ctr" bIns="0" lIns="0" rIns="0" rtlCol="0" tIns="0"/>
            <a:p>
              <a:pPr algn="l">
                <a:lnSpc>
                  <a:spcPts val="2759"/>
                </a:lnSpc>
              </a:pPr>
              <a:r>
                <a:rPr sz="2299" lang="en-US">
                  <a:solidFill>
                    <a:srgbClr val="8B8B8B"/>
                  </a:solidFill>
                  <a:latin typeface="Calibri (MS)"/>
                  <a:ea typeface="Calibri (MS)"/>
                  <a:cs typeface="Calibri (MS)"/>
                  <a:sym typeface="Calibri (MS)"/>
                </a:rPr>
                <a:t>2</a:t>
              </a:r>
              <a:r>
                <a:rPr sz="2299" lang="en-US">
                  <a:solidFill>
                    <a:srgbClr val="8B8B8B"/>
                  </a:solidFill>
                  <a:latin typeface="Calibri (MS)"/>
                  <a:ea typeface="Calibri (MS)"/>
                  <a:cs typeface="Calibri (MS)"/>
                  <a:sym typeface="Calibri (MS)"/>
                </a:rPr>
                <a:t>7</a:t>
              </a:r>
              <a:r>
                <a:rPr sz="2299" lang="en-US">
                  <a:solidFill>
                    <a:srgbClr val="8B8B8B"/>
                  </a:solidFill>
                  <a:latin typeface="Calibri (MS)"/>
                  <a:ea typeface="Calibri (MS)"/>
                  <a:cs typeface="Calibri (MS)"/>
                  <a:sym typeface="Calibri (MS)"/>
                </a:rPr>
                <a:t>/</a:t>
              </a:r>
              <a:r>
                <a:rPr sz="2299" lang="en-US">
                  <a:solidFill>
                    <a:srgbClr val="8B8B8B"/>
                  </a:solidFill>
                  <a:latin typeface="Calibri (MS)"/>
                  <a:ea typeface="Calibri (MS)"/>
                  <a:cs typeface="Calibri (MS)"/>
                  <a:sym typeface="Calibri (MS)"/>
                </a:rPr>
                <a:t>0</a:t>
              </a:r>
              <a:r>
                <a:rPr sz="2299" lang="en-US">
                  <a:solidFill>
                    <a:srgbClr val="8B8B8B"/>
                  </a:solidFill>
                  <a:latin typeface="Calibri (MS)"/>
                  <a:ea typeface="Calibri (MS)"/>
                  <a:cs typeface="Calibri (MS)"/>
                  <a:sym typeface="Calibri (MS)"/>
                </a:rPr>
                <a:t>2</a:t>
              </a:r>
              <a:r>
                <a:rPr sz="2299" lang="en-US">
                  <a:solidFill>
                    <a:srgbClr val="8B8B8B"/>
                  </a:solidFill>
                  <a:latin typeface="Calibri (MS)"/>
                  <a:ea typeface="Calibri (MS)"/>
                  <a:cs typeface="Calibri (MS)"/>
                  <a:sym typeface="Calibri (MS)"/>
                </a:rPr>
                <a:t>/</a:t>
              </a:r>
              <a:r>
                <a:rPr sz="2299" lang="en-US">
                  <a:solidFill>
                    <a:srgbClr val="8B8B8B"/>
                  </a:solidFill>
                  <a:latin typeface="Calibri (MS)"/>
                  <a:ea typeface="Calibri (MS)"/>
                  <a:cs typeface="Calibri (MS)"/>
                  <a:sym typeface="Calibri (MS)"/>
                </a:rPr>
                <a:t>2</a:t>
              </a:r>
              <a:r>
                <a:rPr sz="2299" lang="en-US">
                  <a:solidFill>
                    <a:srgbClr val="8B8B8B"/>
                  </a:solidFill>
                  <a:latin typeface="Calibri (MS)"/>
                  <a:ea typeface="Calibri (MS)"/>
                  <a:cs typeface="Calibri (MS)"/>
                  <a:sym typeface="Calibri (MS)"/>
                </a:rPr>
                <a:t>0</a:t>
              </a:r>
              <a:r>
                <a:rPr sz="2299" lang="en-US">
                  <a:solidFill>
                    <a:srgbClr val="8B8B8B"/>
                  </a:solidFill>
                  <a:latin typeface="Calibri (MS)"/>
                  <a:ea typeface="Calibri (MS)"/>
                  <a:cs typeface="Calibri (MS)"/>
                  <a:sym typeface="Calibri (MS)"/>
                </a:rPr>
                <a:t>2</a:t>
              </a:r>
              <a:r>
                <a:rPr sz="2299" lang="en-US">
                  <a:solidFill>
                    <a:srgbClr val="8B8B8B"/>
                  </a:solidFill>
                  <a:latin typeface="Calibri (MS)"/>
                  <a:ea typeface="Calibri (MS)"/>
                  <a:cs typeface="Calibri (MS)"/>
                  <a:sym typeface="Calibri (MS)"/>
                </a:rPr>
                <a:t>6</a:t>
              </a:r>
              <a:endParaRPr altLang="en-US" lang="zh-CN"/>
            </a:p>
          </p:txBody>
        </p:sp>
      </p:grpSp>
      <p:sp>
        <p:nvSpPr>
          <p:cNvPr id="1048671" name="Freeform 9" descr="KRCE Tiruchirappalli : Admission 2024, Courses, Fees, Placement, Cut Off"/>
          <p:cNvSpPr/>
          <p:nvPr/>
        </p:nvSpPr>
        <p:spPr>
          <a:xfrm rot="0" flipH="0" flipV="0">
            <a:off x="15085220" y="570582"/>
            <a:ext cx="1828800" cy="1771650"/>
          </a:xfrm>
          <a:custGeom>
            <a:avLst/>
            <a:ahLst/>
            <a:rect l="l" t="t" r="r" b="b"/>
            <a:pathLst>
              <a:path w="1828800" h="1771650">
                <a:moveTo>
                  <a:pt x="0" y="0"/>
                </a:moveTo>
                <a:lnTo>
                  <a:pt x="1828800" y="0"/>
                </a:lnTo>
                <a:lnTo>
                  <a:pt x="1828800" y="1771650"/>
                </a:lnTo>
                <a:lnTo>
                  <a:pt x="0" y="1771650"/>
                </a:lnTo>
                <a:lnTo>
                  <a:pt x="0" y="0"/>
                </a:lnTo>
                <a:close/>
              </a:path>
            </a:pathLst>
          </a:custGeom>
          <a:blipFill>
            <a:blip xmlns:r="http://schemas.openxmlformats.org/officeDocument/2006/relationships" r:embed="rId1"/>
            <a:stretch>
              <a:fillRect l="0" t="0" r="0" b="0"/>
            </a:stretch>
          </a:blipFill>
        </p:spPr>
      </p:sp>
      <p:sp>
        <p:nvSpPr>
          <p:cNvPr id="1048672" name="Freeform 10"/>
          <p:cNvSpPr/>
          <p:nvPr/>
        </p:nvSpPr>
        <p:spPr>
          <a:xfrm rot="0" flipH="0" flipV="0">
            <a:off x="1247775" y="321469"/>
            <a:ext cx="1600200" cy="1585912"/>
          </a:xfrm>
          <a:custGeom>
            <a:avLst/>
            <a:ahLst/>
            <a:rect l="l" t="t" r="r" b="b"/>
            <a:pathLst>
              <a:path w="1600200" h="1585912">
                <a:moveTo>
                  <a:pt x="0" y="0"/>
                </a:moveTo>
                <a:lnTo>
                  <a:pt x="1600200" y="0"/>
                </a:lnTo>
                <a:lnTo>
                  <a:pt x="1600200" y="1585913"/>
                </a:lnTo>
                <a:lnTo>
                  <a:pt x="0" y="1585913"/>
                </a:lnTo>
                <a:lnTo>
                  <a:pt x="0" y="0"/>
                </a:lnTo>
                <a:close/>
              </a:path>
            </a:pathLst>
          </a:custGeom>
          <a:blipFill>
            <a:blip xmlns:r="http://schemas.openxmlformats.org/officeDocument/2006/relationships" r:embed="rId2"/>
            <a:stretch>
              <a:fillRect l="0" t="0" r="0" b="-115"/>
            </a:stretch>
          </a:blipFill>
        </p:spPr>
      </p:sp>
      <p:pic>
        <p:nvPicPr>
          <p:cNvPr id="2097152" name=""/>
          <p:cNvPicPr>
            <a:picLocks/>
          </p:cNvPicPr>
          <p:nvPr/>
        </p:nvPicPr>
        <p:blipFill>
          <a:blip xmlns:r="http://schemas.openxmlformats.org/officeDocument/2006/relationships" r:embed="rId3"/>
          <a:stretch>
            <a:fillRect/>
          </a:stretch>
        </p:blipFill>
        <p:spPr>
          <a:xfrm rot="0">
            <a:off x="3454660" y="1667829"/>
            <a:ext cx="11228416" cy="7823785"/>
          </a:xfrm>
          <a:prstGeom prst="rect"/>
        </p:spPr>
      </p:pic>
      <p:sp>
        <p:nvSpPr>
          <p:cNvPr id="1048673" name="Freeform 4"/>
          <p:cNvSpPr/>
          <p:nvPr/>
        </p:nvSpPr>
        <p:spPr>
          <a:xfrm rot="0" flipH="0" flipV="0">
            <a:off x="2885872" y="1077706"/>
            <a:ext cx="12838940" cy="1844903"/>
          </a:xfrm>
          <a:custGeom>
            <a:avLst/>
            <a:ahLst/>
            <a:rect l="l" t="t" r="r" b="b"/>
            <a:pathLst>
              <a:path w="16875126" h="6029324">
                <a:moveTo>
                  <a:pt x="0" y="0"/>
                </a:moveTo>
                <a:lnTo>
                  <a:pt x="16875126" y="0"/>
                </a:lnTo>
                <a:lnTo>
                  <a:pt x="16875126" y="6029324"/>
                </a:lnTo>
                <a:lnTo>
                  <a:pt x="0" y="6029324"/>
                </a:lnTo>
                <a:close/>
              </a:path>
            </a:pathLst>
          </a:custGeom>
          <a:solidFill>
            <a:srgbClr val="000000">
              <a:alpha val="0"/>
            </a:srgbClr>
          </a:solidFill>
        </p:spPr>
      </p:sp>
      <p:sp>
        <p:nvSpPr>
          <p:cNvPr id="1048674" name="TextBox 5"/>
          <p:cNvSpPr txBox="1"/>
          <p:nvPr/>
        </p:nvSpPr>
        <p:spPr>
          <a:xfrm>
            <a:off x="2847975" y="632490"/>
            <a:ext cx="12656344" cy="2362982"/>
          </a:xfrm>
          <a:prstGeom prst="rect"/>
        </p:spPr>
        <p:txBody>
          <a:bodyPr anchor="t" bIns="0" lIns="0" rIns="0" rtlCol="0" tIns="0"/>
          <a:lstStyle>
            <a:defPPr>
              <a:defRPr lang="en-US"/>
            </a:defPPr>
            <a:lvl1pPr algn="l" defTabSz="914400" eaLnBrk="1" hangingPunct="1" latinLnBrk="0" marL="0" rtl="0">
              <a:defRPr sz="1800" kern="1200">
                <a:solidFill>
                  <a:srgbClr val="000000"/>
                </a:solidFill>
                <a:latin typeface="+mn-lt"/>
                <a:ea typeface="+mn-ea"/>
                <a:cs typeface="+mn-cs"/>
              </a:defRPr>
            </a:lvl1pPr>
            <a:lvl2pPr algn="l" defTabSz="914400" eaLnBrk="1" hangingPunct="1" latinLnBrk="0" marL="457200" rtl="0">
              <a:defRPr sz="1800" kern="1200">
                <a:solidFill>
                  <a:srgbClr val="000000"/>
                </a:solidFill>
                <a:latin typeface="+mn-lt"/>
                <a:ea typeface="+mn-ea"/>
                <a:cs typeface="+mn-cs"/>
              </a:defRPr>
            </a:lvl2pPr>
            <a:lvl3pPr algn="l" defTabSz="914400" eaLnBrk="1" hangingPunct="1" latinLnBrk="0" marL="914400" rtl="0">
              <a:defRPr sz="1800" kern="1200">
                <a:solidFill>
                  <a:srgbClr val="000000"/>
                </a:solidFill>
                <a:latin typeface="+mn-lt"/>
                <a:ea typeface="+mn-ea"/>
                <a:cs typeface="+mn-cs"/>
              </a:defRPr>
            </a:lvl3pPr>
            <a:lvl4pPr algn="l" defTabSz="914400" eaLnBrk="1" hangingPunct="1" latinLnBrk="0" marL="1371600" rtl="0">
              <a:defRPr sz="1800" kern="1200">
                <a:solidFill>
                  <a:srgbClr val="000000"/>
                </a:solidFill>
                <a:latin typeface="+mn-lt"/>
                <a:ea typeface="+mn-ea"/>
                <a:cs typeface="+mn-cs"/>
              </a:defRPr>
            </a:lvl4pPr>
            <a:lvl5pPr algn="l" defTabSz="914400" eaLnBrk="1" hangingPunct="1" latinLnBrk="0" marL="1828800" rtl="0">
              <a:defRPr sz="1800" kern="1200">
                <a:solidFill>
                  <a:srgbClr val="000000"/>
                </a:solidFill>
                <a:latin typeface="+mn-lt"/>
                <a:ea typeface="+mn-ea"/>
                <a:cs typeface="+mn-cs"/>
              </a:defRPr>
            </a:lvl5pPr>
            <a:lvl6pPr algn="l" defTabSz="914400" eaLnBrk="1" hangingPunct="1" latinLnBrk="0" marL="2286000" rtl="0">
              <a:defRPr sz="1800" kern="1200">
                <a:solidFill>
                  <a:srgbClr val="000000"/>
                </a:solidFill>
                <a:latin typeface="+mn-lt"/>
                <a:ea typeface="+mn-ea"/>
                <a:cs typeface="+mn-cs"/>
              </a:defRPr>
            </a:lvl6pPr>
            <a:lvl7pPr algn="l" defTabSz="914400" eaLnBrk="1" hangingPunct="1" latinLnBrk="0" marL="2743200" rtl="0">
              <a:defRPr sz="1800" kern="1200">
                <a:solidFill>
                  <a:srgbClr val="000000"/>
                </a:solidFill>
                <a:latin typeface="+mn-lt"/>
                <a:ea typeface="+mn-ea"/>
                <a:cs typeface="+mn-cs"/>
              </a:defRPr>
            </a:lvl7pPr>
            <a:lvl8pPr algn="l" defTabSz="914400" eaLnBrk="1" hangingPunct="1" latinLnBrk="0" marL="3200400" rtl="0">
              <a:defRPr sz="1800" kern="1200">
                <a:solidFill>
                  <a:srgbClr val="000000"/>
                </a:solidFill>
                <a:latin typeface="+mn-lt"/>
                <a:ea typeface="+mn-ea"/>
                <a:cs typeface="+mn-cs"/>
              </a:defRPr>
            </a:lvl8pPr>
            <a:lvl9pPr algn="l" defTabSz="914400" eaLnBrk="1" hangingPunct="1" latinLnBrk="0" marL="3657600" rtl="0">
              <a:defRPr sz="1800" kern="1200">
                <a:solidFill>
                  <a:srgbClr val="000000"/>
                </a:solidFill>
                <a:latin typeface="+mn-lt"/>
                <a:ea typeface="+mn-ea"/>
                <a:cs typeface="+mn-cs"/>
              </a:defRPr>
            </a:lvl9pPr>
          </a:lstStyle>
          <a:p>
            <a:pPr algn="ctr">
              <a:lnSpc>
                <a:spcPts val="5400"/>
              </a:lnSpc>
            </a:pPr>
            <a:r>
              <a:rPr altLang="en-US" b="1" sz="4000" lang="en-US">
                <a:solidFill>
                  <a:srgbClr val="FF0066"/>
                </a:solidFill>
                <a:latin typeface="Arial MT Pro Bold"/>
                <a:ea typeface="Arial MT Pro Bold"/>
                <a:cs typeface="Arial MT Pro Bold"/>
                <a:sym typeface="Arial MT Pro Bold"/>
              </a:rPr>
              <a:t>F</a:t>
            </a:r>
            <a:r>
              <a:rPr altLang="en-US" b="1" sz="4000" lang="en-US">
                <a:solidFill>
                  <a:srgbClr val="FF0066"/>
                </a:solidFill>
                <a:latin typeface="Arial MT Pro Bold"/>
                <a:ea typeface="Arial MT Pro Bold"/>
                <a:cs typeface="Arial MT Pro Bold"/>
                <a:sym typeface="Arial MT Pro Bold"/>
              </a:rPr>
              <a:t>L</a:t>
            </a:r>
            <a:r>
              <a:rPr altLang="en-US" b="1" sz="4000" lang="en-US">
                <a:solidFill>
                  <a:srgbClr val="FF0066"/>
                </a:solidFill>
                <a:latin typeface="Arial MT Pro Bold"/>
                <a:ea typeface="Arial MT Pro Bold"/>
                <a:cs typeface="Arial MT Pro Bold"/>
                <a:sym typeface="Arial MT Pro Bold"/>
              </a:rPr>
              <a:t>O</a:t>
            </a:r>
            <a:r>
              <a:rPr altLang="en-US" b="1" sz="4000" lang="en-US">
                <a:solidFill>
                  <a:srgbClr val="FF0066"/>
                </a:solidFill>
                <a:latin typeface="Arial MT Pro Bold"/>
                <a:ea typeface="Arial MT Pro Bold"/>
                <a:cs typeface="Arial MT Pro Bold"/>
                <a:sym typeface="Arial MT Pro Bold"/>
              </a:rPr>
              <a:t>W</a:t>
            </a:r>
            <a:r>
              <a:rPr altLang="en-US" b="1" sz="4000" lang="en-US">
                <a:solidFill>
                  <a:srgbClr val="FF0066"/>
                </a:solidFill>
                <a:latin typeface="Arial MT Pro Bold"/>
                <a:ea typeface="Arial MT Pro Bold"/>
                <a:cs typeface="Arial MT Pro Bold"/>
                <a:sym typeface="Arial MT Pro Bold"/>
              </a:rPr>
              <a:t> </a:t>
            </a:r>
            <a:r>
              <a:rPr altLang="en-US" b="1" sz="4000" lang="en-US">
                <a:solidFill>
                  <a:srgbClr val="FF0066"/>
                </a:solidFill>
                <a:latin typeface="Arial MT Pro Bold"/>
                <a:ea typeface="Arial MT Pro Bold"/>
                <a:cs typeface="Arial MT Pro Bold"/>
                <a:sym typeface="Arial MT Pro Bold"/>
              </a:rPr>
              <a:t>C</a:t>
            </a:r>
            <a:r>
              <a:rPr altLang="en-US" b="1" sz="4000" lang="en-US">
                <a:solidFill>
                  <a:srgbClr val="FF0066"/>
                </a:solidFill>
                <a:latin typeface="Arial MT Pro Bold"/>
                <a:ea typeface="Arial MT Pro Bold"/>
                <a:cs typeface="Arial MT Pro Bold"/>
                <a:sym typeface="Arial MT Pro Bold"/>
              </a:rPr>
              <a:t>H</a:t>
            </a:r>
            <a:r>
              <a:rPr altLang="en-US" b="1" sz="4000" lang="en-US">
                <a:solidFill>
                  <a:srgbClr val="FF0066"/>
                </a:solidFill>
                <a:latin typeface="Arial MT Pro Bold"/>
                <a:ea typeface="Arial MT Pro Bold"/>
                <a:cs typeface="Arial MT Pro Bold"/>
                <a:sym typeface="Arial MT Pro Bold"/>
              </a:rPr>
              <a:t>A</a:t>
            </a:r>
            <a:r>
              <a:rPr altLang="en-US" b="1" sz="4000" lang="en-US">
                <a:solidFill>
                  <a:srgbClr val="FF0066"/>
                </a:solidFill>
                <a:latin typeface="Arial MT Pro Bold"/>
                <a:ea typeface="Arial MT Pro Bold"/>
                <a:cs typeface="Arial MT Pro Bold"/>
                <a:sym typeface="Arial MT Pro Bold"/>
              </a:rPr>
              <a:t>R</a:t>
            </a:r>
            <a:r>
              <a:rPr altLang="en-US" b="1" sz="4000" lang="en-US">
                <a:solidFill>
                  <a:srgbClr val="FF0066"/>
                </a:solidFill>
                <a:latin typeface="Arial MT Pro Bold"/>
                <a:ea typeface="Arial MT Pro Bold"/>
                <a:cs typeface="Arial MT Pro Bold"/>
                <a:sym typeface="Arial MT Pro Bold"/>
              </a:rPr>
              <a:t>T</a:t>
            </a:r>
            <a:endParaRPr altLang="en-US" sz="4400" lang="zh-CN"/>
          </a:p>
          <a:p>
            <a:pPr algn="ctr">
              <a:lnSpc>
                <a:spcPts val="3600"/>
              </a:lnSpc>
            </a:pPr>
            <a:endParaRPr sz="2800"/>
          </a:p>
          <a:p>
            <a:pPr algn="ctr">
              <a:lnSpc>
                <a:spcPts val="3600"/>
              </a:lnSpc>
            </a:pPr>
            <a:endParaRPr altLang="en-US" lang="zh-CN"/>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74" name=""/>
        <p:cNvGrpSpPr/>
        <p:nvPr/>
      </p:nvGrpSpPr>
      <p:grpSpPr>
        <a:xfrm>
          <a:off x="0" y="0"/>
          <a:ext cx="0" cy="0"/>
          <a:chOff x="0" y="0"/>
          <a:chExt cx="0" cy="0"/>
        </a:xfrm>
      </p:grpSpPr>
      <p:sp>
        <p:nvSpPr>
          <p:cNvPr id="1048681" name="Freeform 5"/>
          <p:cNvSpPr/>
          <p:nvPr/>
        </p:nvSpPr>
        <p:spPr>
          <a:xfrm rot="0" flipH="0" flipV="0">
            <a:off x="1247775" y="321469"/>
            <a:ext cx="1600200" cy="1585912"/>
          </a:xfrm>
          <a:custGeom>
            <a:avLst/>
            <a:ahLst/>
            <a:rect l="l" t="t" r="r" b="b"/>
            <a:pathLst>
              <a:path w="1600200" h="1585912">
                <a:moveTo>
                  <a:pt x="0" y="0"/>
                </a:moveTo>
                <a:lnTo>
                  <a:pt x="1600200" y="0"/>
                </a:lnTo>
                <a:lnTo>
                  <a:pt x="1600200" y="1585913"/>
                </a:lnTo>
                <a:lnTo>
                  <a:pt x="0" y="1585913"/>
                </a:lnTo>
                <a:lnTo>
                  <a:pt x="0" y="0"/>
                </a:lnTo>
                <a:close/>
              </a:path>
            </a:pathLst>
          </a:custGeom>
          <a:blipFill>
            <a:blip xmlns:r="http://schemas.openxmlformats.org/officeDocument/2006/relationships" r:embed="rId1"/>
            <a:stretch>
              <a:fillRect l="0" t="0" r="0" b="-115"/>
            </a:stretch>
          </a:blipFill>
        </p:spPr>
      </p:sp>
      <p:sp>
        <p:nvSpPr>
          <p:cNvPr id="1048682" name="Freeform 6" descr="KRCE Tiruchirappalli : Admission 2024, Courses, Fees, Placement, Cut Off"/>
          <p:cNvSpPr/>
          <p:nvPr/>
        </p:nvSpPr>
        <p:spPr>
          <a:xfrm rot="0" flipH="0" flipV="0">
            <a:off x="15085220" y="500062"/>
            <a:ext cx="1828800" cy="1771650"/>
          </a:xfrm>
          <a:custGeom>
            <a:avLst/>
            <a:ahLst/>
            <a:rect l="l" t="t" r="r" b="b"/>
            <a:pathLst>
              <a:path w="1828800" h="1771650">
                <a:moveTo>
                  <a:pt x="0" y="0"/>
                </a:moveTo>
                <a:lnTo>
                  <a:pt x="1828800" y="0"/>
                </a:lnTo>
                <a:lnTo>
                  <a:pt x="1828800" y="1771650"/>
                </a:lnTo>
                <a:lnTo>
                  <a:pt x="0" y="1771650"/>
                </a:lnTo>
                <a:lnTo>
                  <a:pt x="0" y="0"/>
                </a:lnTo>
                <a:close/>
              </a:path>
            </a:pathLst>
          </a:custGeom>
          <a:blipFill>
            <a:blip xmlns:r="http://schemas.openxmlformats.org/officeDocument/2006/relationships" r:embed="rId2"/>
            <a:stretch>
              <a:fillRect l="0" t="0" r="0" b="0"/>
            </a:stretch>
          </a:blipFill>
        </p:spPr>
      </p:sp>
      <p:grpSp>
        <p:nvGrpSpPr>
          <p:cNvPr id="75" name="Group 10"/>
          <p:cNvGrpSpPr/>
          <p:nvPr/>
        </p:nvGrpSpPr>
        <p:grpSpPr>
          <a:xfrm rot="0">
            <a:off x="1028700" y="9369289"/>
            <a:ext cx="4264820" cy="545307"/>
            <a:chOff x="121900" y="60933"/>
            <a:chExt cx="5442626" cy="605209"/>
          </a:xfrm>
        </p:grpSpPr>
        <p:sp>
          <p:nvSpPr>
            <p:cNvPr id="1048683" name="Freeform 11"/>
            <p:cNvSpPr/>
            <p:nvPr/>
          </p:nvSpPr>
          <p:spPr>
            <a:xfrm rot="0" flipH="0" flipV="0">
              <a:off x="-121900" y="-60933"/>
              <a:ext cx="5686426" cy="727076"/>
            </a:xfrm>
            <a:custGeom>
              <a:avLst/>
              <a:ahLst/>
              <a:rect l="l" t="t" r="r" b="b"/>
              <a:pathLst>
                <a:path w="5686426" h="727076">
                  <a:moveTo>
                    <a:pt x="0" y="0"/>
                  </a:moveTo>
                  <a:lnTo>
                    <a:pt x="5686426" y="0"/>
                  </a:lnTo>
                  <a:lnTo>
                    <a:pt x="5686426" y="727076"/>
                  </a:lnTo>
                  <a:lnTo>
                    <a:pt x="0" y="727076"/>
                  </a:lnTo>
                  <a:close/>
                </a:path>
              </a:pathLst>
            </a:custGeom>
            <a:solidFill>
              <a:srgbClr val="000000">
                <a:alpha val="0"/>
              </a:srgbClr>
            </a:solidFill>
          </p:spPr>
        </p:sp>
        <p:sp>
          <p:nvSpPr>
            <p:cNvPr id="1048684" name="TextBox 12"/>
            <p:cNvSpPr txBox="1"/>
            <p:nvPr/>
          </p:nvSpPr>
          <p:spPr>
            <a:xfrm>
              <a:off x="121900" y="3783"/>
              <a:ext cx="5442626" cy="662359"/>
            </a:xfrm>
            <a:prstGeom prst="rect"/>
          </p:spPr>
          <p:txBody>
            <a:bodyPr anchor="ctr" bIns="0" lIns="0" rIns="0" rtlCol="0" tIns="0"/>
            <a:p>
              <a:pPr algn="l">
                <a:lnSpc>
                  <a:spcPts val="2879"/>
                </a:lnSpc>
              </a:pPr>
              <a:r>
                <a:rPr sz="2399" lang="en-US">
                  <a:solidFill>
                    <a:srgbClr val="8B8B8B"/>
                  </a:solidFill>
                  <a:latin typeface="Calibri (MS)"/>
                  <a:ea typeface="Calibri (MS)"/>
                  <a:cs typeface="Calibri (MS)"/>
                  <a:sym typeface="Calibri (MS)"/>
                </a:rPr>
                <a:t>2</a:t>
              </a:r>
              <a:r>
                <a:rPr sz="2399" lang="en-US">
                  <a:solidFill>
                    <a:srgbClr val="8B8B8B"/>
                  </a:solidFill>
                  <a:latin typeface="Calibri (MS)"/>
                  <a:ea typeface="Calibri (MS)"/>
                  <a:cs typeface="Calibri (MS)"/>
                  <a:sym typeface="Calibri (MS)"/>
                </a:rPr>
                <a:t>7</a:t>
              </a:r>
              <a:r>
                <a:rPr sz="2399" lang="en-US">
                  <a:solidFill>
                    <a:srgbClr val="8B8B8B"/>
                  </a:solidFill>
                  <a:latin typeface="Calibri (MS)"/>
                  <a:ea typeface="Calibri (MS)"/>
                  <a:cs typeface="Calibri (MS)"/>
                  <a:sym typeface="Calibri (MS)"/>
                </a:rPr>
                <a:t>/</a:t>
              </a:r>
              <a:r>
                <a:rPr sz="2399" lang="en-US">
                  <a:solidFill>
                    <a:srgbClr val="8B8B8B"/>
                  </a:solidFill>
                  <a:latin typeface="Calibri (MS)"/>
                  <a:ea typeface="Calibri (MS)"/>
                  <a:cs typeface="Calibri (MS)"/>
                  <a:sym typeface="Calibri (MS)"/>
                </a:rPr>
                <a:t>0</a:t>
              </a:r>
              <a:r>
                <a:rPr sz="2399" lang="en-US">
                  <a:solidFill>
                    <a:srgbClr val="8B8B8B"/>
                  </a:solidFill>
                  <a:latin typeface="Calibri (MS)"/>
                  <a:ea typeface="Calibri (MS)"/>
                  <a:cs typeface="Calibri (MS)"/>
                  <a:sym typeface="Calibri (MS)"/>
                </a:rPr>
                <a:t>2</a:t>
              </a:r>
              <a:r>
                <a:rPr sz="2399" lang="en-US">
                  <a:solidFill>
                    <a:srgbClr val="8B8B8B"/>
                  </a:solidFill>
                  <a:latin typeface="Calibri (MS)"/>
                  <a:ea typeface="Calibri (MS)"/>
                  <a:cs typeface="Calibri (MS)"/>
                  <a:sym typeface="Calibri (MS)"/>
                </a:rPr>
                <a:t>/</a:t>
              </a:r>
              <a:r>
                <a:rPr sz="2399" lang="en-US">
                  <a:solidFill>
                    <a:srgbClr val="8B8B8B"/>
                  </a:solidFill>
                  <a:latin typeface="Calibri (MS)"/>
                  <a:ea typeface="Calibri (MS)"/>
                  <a:cs typeface="Calibri (MS)"/>
                  <a:sym typeface="Calibri (MS)"/>
                </a:rPr>
                <a:t>2</a:t>
              </a:r>
              <a:r>
                <a:rPr sz="2399" lang="en-US">
                  <a:solidFill>
                    <a:srgbClr val="8B8B8B"/>
                  </a:solidFill>
                  <a:latin typeface="Calibri (MS)"/>
                  <a:ea typeface="Calibri (MS)"/>
                  <a:cs typeface="Calibri (MS)"/>
                  <a:sym typeface="Calibri (MS)"/>
                </a:rPr>
                <a:t>0</a:t>
              </a:r>
              <a:r>
                <a:rPr sz="2399" lang="en-US">
                  <a:solidFill>
                    <a:srgbClr val="8B8B8B"/>
                  </a:solidFill>
                  <a:latin typeface="Calibri (MS)"/>
                  <a:ea typeface="Calibri (MS)"/>
                  <a:cs typeface="Calibri (MS)"/>
                  <a:sym typeface="Calibri (MS)"/>
                </a:rPr>
                <a:t>2</a:t>
              </a:r>
              <a:r>
                <a:rPr sz="2399" lang="en-US">
                  <a:solidFill>
                    <a:srgbClr val="8B8B8B"/>
                  </a:solidFill>
                  <a:latin typeface="Calibri (MS)"/>
                  <a:ea typeface="Calibri (MS)"/>
                  <a:cs typeface="Calibri (MS)"/>
                  <a:sym typeface="Calibri (MS)"/>
                </a:rPr>
                <a:t>6</a:t>
              </a:r>
              <a:endParaRPr altLang="en-US" lang="zh-CN"/>
            </a:p>
            <a:p>
              <a:pPr algn="l">
                <a:lnSpc>
                  <a:spcPts val="2879"/>
                </a:lnSpc>
              </a:pPr>
              <a:endParaRPr altLang="en-US" lang="zh-CN"/>
            </a:p>
          </p:txBody>
        </p:sp>
      </p:grpSp>
      <p:sp>
        <p:nvSpPr>
          <p:cNvPr id="1048685" name=""/>
          <p:cNvSpPr txBox="1"/>
          <p:nvPr/>
        </p:nvSpPr>
        <p:spPr>
          <a:xfrm>
            <a:off x="2047875" y="3469080"/>
            <a:ext cx="11503292" cy="4599940"/>
          </a:xfrm>
          <a:prstGeom prst="rect"/>
        </p:spPr>
        <p:txBody>
          <a:bodyPr rtlCol="0" wrap="square">
            <a:spAutoFit/>
          </a:bodyPr>
          <a:p>
            <a:r>
              <a:rPr altLang="en-US" sz="6000" lang="en-US">
                <a:solidFill>
                  <a:srgbClr val="000000"/>
                </a:solidFill>
              </a:rPr>
              <a:t>• Student Management Module</a:t>
            </a:r>
            <a:endParaRPr sz="6600" lang="en-US">
              <a:solidFill>
                <a:srgbClr val="000000"/>
              </a:solidFill>
            </a:endParaRPr>
          </a:p>
          <a:p>
            <a:r>
              <a:rPr altLang="en-US" sz="6000" lang="en-US">
                <a:solidFill>
                  <a:srgbClr val="000000"/>
                </a:solidFill>
              </a:rPr>
              <a:t>• Add Student Module</a:t>
            </a:r>
            <a:endParaRPr sz="6600" lang="en-US">
              <a:solidFill>
                <a:srgbClr val="000000"/>
              </a:solidFill>
            </a:endParaRPr>
          </a:p>
          <a:p>
            <a:r>
              <a:rPr altLang="en-US" sz="6000" lang="en-US">
                <a:solidFill>
                  <a:srgbClr val="000000"/>
                </a:solidFill>
              </a:rPr>
              <a:t>• Delete Student Module</a:t>
            </a:r>
            <a:endParaRPr sz="6600" lang="en-US">
              <a:solidFill>
                <a:srgbClr val="000000"/>
              </a:solidFill>
            </a:endParaRPr>
          </a:p>
          <a:p>
            <a:r>
              <a:rPr altLang="en-US" sz="6000" lang="en-US">
                <a:solidFill>
                  <a:srgbClr val="000000"/>
                </a:solidFill>
              </a:rPr>
              <a:t>• Search Student Module</a:t>
            </a:r>
            <a:endParaRPr sz="2800" lang="en-US">
              <a:solidFill>
                <a:srgbClr val="000000"/>
              </a:solidFill>
            </a:endParaRPr>
          </a:p>
          <a:p>
            <a:r>
              <a:rPr altLang="ta-IN" b="1" sz="6000" lang="en-US">
                <a:solidFill>
                  <a:srgbClr val="000000"/>
                </a:solidFill>
              </a:rPr>
              <a:t>.</a:t>
            </a:r>
            <a:r>
              <a:rPr altLang="ta-IN" b="0" sz="6000" lang="en-US">
                <a:solidFill>
                  <a:srgbClr val="000000"/>
                </a:solidFill>
              </a:rPr>
              <a:t> </a:t>
            </a:r>
            <a:r>
              <a:rPr altLang="ta-IN" b="0" sz="6000" lang="en-US">
                <a:solidFill>
                  <a:srgbClr val="000000"/>
                </a:solidFill>
              </a:rPr>
              <a:t>D</a:t>
            </a:r>
            <a:r>
              <a:rPr altLang="ta-IN" b="0" sz="6000" lang="en-US">
                <a:solidFill>
                  <a:srgbClr val="000000"/>
                </a:solidFill>
              </a:rPr>
              <a:t>i</a:t>
            </a:r>
            <a:r>
              <a:rPr altLang="ta-IN" b="0" sz="6000" lang="en-US">
                <a:solidFill>
                  <a:srgbClr val="000000"/>
                </a:solidFill>
              </a:rPr>
              <a:t>s</a:t>
            </a:r>
            <a:r>
              <a:rPr altLang="ta-IN" b="0" sz="6000" lang="en-US">
                <a:solidFill>
                  <a:srgbClr val="000000"/>
                </a:solidFill>
              </a:rPr>
              <a:t>p</a:t>
            </a:r>
            <a:r>
              <a:rPr altLang="ta-IN" b="0" sz="6000" lang="en-US">
                <a:solidFill>
                  <a:srgbClr val="000000"/>
                </a:solidFill>
              </a:rPr>
              <a:t>l</a:t>
            </a:r>
            <a:r>
              <a:rPr altLang="ta-IN" b="0" sz="6000" lang="en-US">
                <a:solidFill>
                  <a:srgbClr val="000000"/>
                </a:solidFill>
              </a:rPr>
              <a:t>ay </a:t>
            </a:r>
            <a:r>
              <a:rPr altLang="ta-IN" b="0" sz="6000" lang="en-US">
                <a:solidFill>
                  <a:srgbClr val="000000"/>
                </a:solidFill>
              </a:rPr>
              <a:t>s</a:t>
            </a:r>
            <a:r>
              <a:rPr altLang="ta-IN" b="0" sz="6000" lang="en-US">
                <a:solidFill>
                  <a:srgbClr val="000000"/>
                </a:solidFill>
              </a:rPr>
              <a:t>t</a:t>
            </a:r>
            <a:r>
              <a:rPr altLang="ta-IN" b="0" sz="6000" lang="en-US">
                <a:solidFill>
                  <a:srgbClr val="000000"/>
                </a:solidFill>
              </a:rPr>
              <a:t>u</a:t>
            </a:r>
            <a:r>
              <a:rPr altLang="ta-IN" b="0" sz="6000" lang="en-US">
                <a:solidFill>
                  <a:srgbClr val="000000"/>
                </a:solidFill>
              </a:rPr>
              <a:t>d</a:t>
            </a:r>
            <a:r>
              <a:rPr altLang="ta-IN" b="0" sz="6000" lang="en-US">
                <a:solidFill>
                  <a:srgbClr val="000000"/>
                </a:solidFill>
              </a:rPr>
              <a:t>e</a:t>
            </a:r>
            <a:r>
              <a:rPr altLang="ta-IN" b="0" sz="6000" lang="en-US">
                <a:solidFill>
                  <a:srgbClr val="000000"/>
                </a:solidFill>
              </a:rPr>
              <a:t>nt</a:t>
            </a:r>
            <a:r>
              <a:rPr altLang="ta-IN" b="0" sz="6000" lang="en-US">
                <a:solidFill>
                  <a:srgbClr val="000000"/>
                </a:solidFill>
              </a:rPr>
              <a:t> </a:t>
            </a:r>
            <a:r>
              <a:rPr altLang="ta-IN" b="0" sz="6000" lang="en-US">
                <a:solidFill>
                  <a:srgbClr val="000000"/>
                </a:solidFill>
              </a:rPr>
              <a:t>M</a:t>
            </a:r>
            <a:r>
              <a:rPr altLang="ta-IN" b="0" sz="6000" lang="en-US">
                <a:solidFill>
                  <a:srgbClr val="000000"/>
                </a:solidFill>
              </a:rPr>
              <a:t>o</a:t>
            </a:r>
            <a:r>
              <a:rPr altLang="ta-IN" b="0" sz="6000" lang="en-US">
                <a:solidFill>
                  <a:srgbClr val="000000"/>
                </a:solidFill>
              </a:rPr>
              <a:t>d</a:t>
            </a:r>
            <a:r>
              <a:rPr altLang="ta-IN" b="0" sz="6000" lang="en-US">
                <a:solidFill>
                  <a:srgbClr val="000000"/>
                </a:solidFill>
              </a:rPr>
              <a:t>u</a:t>
            </a:r>
            <a:r>
              <a:rPr altLang="ta-IN" b="0" sz="6000" lang="en-US">
                <a:solidFill>
                  <a:srgbClr val="000000"/>
                </a:solidFill>
              </a:rPr>
              <a:t>l</a:t>
            </a:r>
            <a:r>
              <a:rPr altLang="ta-IN" b="0" sz="6000" lang="en-US">
                <a:solidFill>
                  <a:srgbClr val="000000"/>
                </a:solidFill>
              </a:rPr>
              <a:t>e</a:t>
            </a:r>
            <a:endParaRPr sz="2800" lang="en-US">
              <a:solidFill>
                <a:srgbClr val="000000"/>
              </a:solidFill>
            </a:endParaRPr>
          </a:p>
        </p:txBody>
      </p:sp>
      <p:sp>
        <p:nvSpPr>
          <p:cNvPr id="1048686" name="Freeform 4"/>
          <p:cNvSpPr/>
          <p:nvPr/>
        </p:nvSpPr>
        <p:spPr>
          <a:xfrm rot="0" flipH="0" flipV="0">
            <a:off x="3038272" y="1230106"/>
            <a:ext cx="12838940" cy="1844903"/>
          </a:xfrm>
          <a:custGeom>
            <a:avLst/>
            <a:ahLst/>
            <a:rect l="l" t="t" r="r" b="b"/>
            <a:pathLst>
              <a:path w="16875126" h="6029324">
                <a:moveTo>
                  <a:pt x="0" y="0"/>
                </a:moveTo>
                <a:lnTo>
                  <a:pt x="16875126" y="0"/>
                </a:lnTo>
                <a:lnTo>
                  <a:pt x="16875126" y="6029324"/>
                </a:lnTo>
                <a:lnTo>
                  <a:pt x="0" y="6029324"/>
                </a:lnTo>
                <a:close/>
              </a:path>
            </a:pathLst>
          </a:custGeom>
          <a:solidFill>
            <a:srgbClr val="000000">
              <a:alpha val="0"/>
            </a:srgbClr>
          </a:solidFill>
        </p:spPr>
      </p:sp>
      <p:grpSp>
        <p:nvGrpSpPr>
          <p:cNvPr id="76" name="Group 3"/>
          <p:cNvGrpSpPr/>
          <p:nvPr/>
        </p:nvGrpSpPr>
        <p:grpSpPr>
          <a:xfrm rot="0">
            <a:off x="3068468" y="1114424"/>
            <a:ext cx="12656344" cy="1808184"/>
            <a:chOff x="120000" y="60000"/>
            <a:chExt cx="16635126" cy="5909324"/>
          </a:xfrm>
        </p:grpSpPr>
        <p:sp>
          <p:nvSpPr>
            <p:cNvPr id="1048687" name="Freeform 4"/>
            <p:cNvSpPr/>
            <p:nvPr/>
          </p:nvSpPr>
          <p:spPr>
            <a:xfrm rot="0" flipH="0" flipV="0">
              <a:off x="-120000" y="-60000"/>
              <a:ext cx="16875126" cy="6029324"/>
            </a:xfrm>
            <a:custGeom>
              <a:avLst/>
              <a:ahLst/>
              <a:rect l="l" t="t" r="r" b="b"/>
              <a:pathLst>
                <a:path w="16875126" h="6029324">
                  <a:moveTo>
                    <a:pt x="0" y="0"/>
                  </a:moveTo>
                  <a:lnTo>
                    <a:pt x="16875126" y="0"/>
                  </a:lnTo>
                  <a:lnTo>
                    <a:pt x="16875126" y="6029324"/>
                  </a:lnTo>
                  <a:lnTo>
                    <a:pt x="0" y="6029324"/>
                  </a:lnTo>
                  <a:close/>
                </a:path>
              </a:pathLst>
            </a:custGeom>
            <a:solidFill>
              <a:srgbClr val="000000">
                <a:alpha val="0"/>
              </a:srgbClr>
            </a:solidFill>
          </p:spPr>
        </p:sp>
        <p:sp>
          <p:nvSpPr>
            <p:cNvPr id="1048688" name="TextBox 5"/>
            <p:cNvSpPr txBox="1"/>
            <p:nvPr/>
          </p:nvSpPr>
          <p:spPr>
            <a:xfrm>
              <a:off x="120000" y="-178125"/>
              <a:ext cx="16635126" cy="6147449"/>
            </a:xfrm>
            <a:prstGeom prst="rect"/>
          </p:spPr>
          <p:txBody>
            <a:bodyPr anchor="t" bIns="0" lIns="0" rIns="0" rtlCol="0" tIns="0"/>
            <a:lstStyle>
              <a:defPPr>
                <a:defRPr lang="en-US"/>
              </a:defPPr>
              <a:lvl1pPr algn="l" defTabSz="914400" eaLnBrk="1" hangingPunct="1" latinLnBrk="0" marL="0" rtl="0">
                <a:defRPr sz="1800" kern="1200">
                  <a:solidFill>
                    <a:srgbClr val="000000"/>
                  </a:solidFill>
                  <a:latin typeface="+mn-lt"/>
                  <a:ea typeface="+mn-ea"/>
                  <a:cs typeface="+mn-cs"/>
                </a:defRPr>
              </a:lvl1pPr>
              <a:lvl2pPr algn="l" defTabSz="914400" eaLnBrk="1" hangingPunct="1" latinLnBrk="0" marL="457200" rtl="0">
                <a:defRPr sz="1800" kern="1200">
                  <a:solidFill>
                    <a:srgbClr val="000000"/>
                  </a:solidFill>
                  <a:latin typeface="+mn-lt"/>
                  <a:ea typeface="+mn-ea"/>
                  <a:cs typeface="+mn-cs"/>
                </a:defRPr>
              </a:lvl2pPr>
              <a:lvl3pPr algn="l" defTabSz="914400" eaLnBrk="1" hangingPunct="1" latinLnBrk="0" marL="914400" rtl="0">
                <a:defRPr sz="1800" kern="1200">
                  <a:solidFill>
                    <a:srgbClr val="000000"/>
                  </a:solidFill>
                  <a:latin typeface="+mn-lt"/>
                  <a:ea typeface="+mn-ea"/>
                  <a:cs typeface="+mn-cs"/>
                </a:defRPr>
              </a:lvl3pPr>
              <a:lvl4pPr algn="l" defTabSz="914400" eaLnBrk="1" hangingPunct="1" latinLnBrk="0" marL="1371600" rtl="0">
                <a:defRPr sz="1800" kern="1200">
                  <a:solidFill>
                    <a:srgbClr val="000000"/>
                  </a:solidFill>
                  <a:latin typeface="+mn-lt"/>
                  <a:ea typeface="+mn-ea"/>
                  <a:cs typeface="+mn-cs"/>
                </a:defRPr>
              </a:lvl4pPr>
              <a:lvl5pPr algn="l" defTabSz="914400" eaLnBrk="1" hangingPunct="1" latinLnBrk="0" marL="1828800" rtl="0">
                <a:defRPr sz="1800" kern="1200">
                  <a:solidFill>
                    <a:srgbClr val="000000"/>
                  </a:solidFill>
                  <a:latin typeface="+mn-lt"/>
                  <a:ea typeface="+mn-ea"/>
                  <a:cs typeface="+mn-cs"/>
                </a:defRPr>
              </a:lvl5pPr>
              <a:lvl6pPr algn="l" defTabSz="914400" eaLnBrk="1" hangingPunct="1" latinLnBrk="0" marL="2286000" rtl="0">
                <a:defRPr sz="1800" kern="1200">
                  <a:solidFill>
                    <a:srgbClr val="000000"/>
                  </a:solidFill>
                  <a:latin typeface="+mn-lt"/>
                  <a:ea typeface="+mn-ea"/>
                  <a:cs typeface="+mn-cs"/>
                </a:defRPr>
              </a:lvl6pPr>
              <a:lvl7pPr algn="l" defTabSz="914400" eaLnBrk="1" hangingPunct="1" latinLnBrk="0" marL="2743200" rtl="0">
                <a:defRPr sz="1800" kern="1200">
                  <a:solidFill>
                    <a:srgbClr val="000000"/>
                  </a:solidFill>
                  <a:latin typeface="+mn-lt"/>
                  <a:ea typeface="+mn-ea"/>
                  <a:cs typeface="+mn-cs"/>
                </a:defRPr>
              </a:lvl7pPr>
              <a:lvl8pPr algn="l" defTabSz="914400" eaLnBrk="1" hangingPunct="1" latinLnBrk="0" marL="3200400" rtl="0">
                <a:defRPr sz="1800" kern="1200">
                  <a:solidFill>
                    <a:srgbClr val="000000"/>
                  </a:solidFill>
                  <a:latin typeface="+mn-lt"/>
                  <a:ea typeface="+mn-ea"/>
                  <a:cs typeface="+mn-cs"/>
                </a:defRPr>
              </a:lvl8pPr>
              <a:lvl9pPr algn="l" defTabSz="914400" eaLnBrk="1" hangingPunct="1" latinLnBrk="0" marL="3657600" rtl="0">
                <a:defRPr sz="1800" kern="1200">
                  <a:solidFill>
                    <a:srgbClr val="000000"/>
                  </a:solidFill>
                  <a:latin typeface="+mn-lt"/>
                  <a:ea typeface="+mn-ea"/>
                  <a:cs typeface="+mn-cs"/>
                </a:defRPr>
              </a:lvl9pPr>
            </a:lstStyle>
            <a:p>
              <a:pPr algn="ctr">
                <a:lnSpc>
                  <a:spcPts val="5400"/>
                </a:lnSpc>
              </a:pPr>
              <a:r>
                <a:rPr altLang="en-US" b="1" sz="4400" lang="en-US">
                  <a:solidFill>
                    <a:srgbClr val="FF0066"/>
                  </a:solidFill>
                  <a:latin typeface="Arial MT Pro Bold"/>
                  <a:ea typeface="Arial MT Pro Bold"/>
                  <a:cs typeface="Arial MT Pro Bold"/>
                  <a:sym typeface="Arial MT Pro Bold"/>
                </a:rPr>
                <a:t>M</a:t>
              </a:r>
              <a:r>
                <a:rPr altLang="en-US" b="1" sz="4400" lang="en-US">
                  <a:solidFill>
                    <a:srgbClr val="FF0066"/>
                  </a:solidFill>
                  <a:latin typeface="Arial MT Pro Bold"/>
                  <a:ea typeface="Arial MT Pro Bold"/>
                  <a:cs typeface="Arial MT Pro Bold"/>
                  <a:sym typeface="Arial MT Pro Bold"/>
                </a:rPr>
                <a:t>O</a:t>
              </a:r>
              <a:r>
                <a:rPr altLang="en-US" b="1" sz="4400" lang="en-US">
                  <a:solidFill>
                    <a:srgbClr val="FF0066"/>
                  </a:solidFill>
                  <a:latin typeface="Arial MT Pro Bold"/>
                  <a:ea typeface="Arial MT Pro Bold"/>
                  <a:cs typeface="Arial MT Pro Bold"/>
                  <a:sym typeface="Arial MT Pro Bold"/>
                </a:rPr>
                <a:t>D</a:t>
              </a:r>
              <a:r>
                <a:rPr altLang="en-US" b="1" sz="4400" lang="en-US">
                  <a:solidFill>
                    <a:srgbClr val="FF0066"/>
                  </a:solidFill>
                  <a:latin typeface="Arial MT Pro Bold"/>
                  <a:ea typeface="Arial MT Pro Bold"/>
                  <a:cs typeface="Arial MT Pro Bold"/>
                  <a:sym typeface="Arial MT Pro Bold"/>
                </a:rPr>
                <a:t>U</a:t>
              </a:r>
              <a:r>
                <a:rPr altLang="en-US" b="1" sz="4400" lang="en-US">
                  <a:solidFill>
                    <a:srgbClr val="FF0066"/>
                  </a:solidFill>
                  <a:latin typeface="Arial MT Pro Bold"/>
                  <a:ea typeface="Arial MT Pro Bold"/>
                  <a:cs typeface="Arial MT Pro Bold"/>
                  <a:sym typeface="Arial MT Pro Bold"/>
                </a:rPr>
                <a:t>L</a:t>
              </a:r>
              <a:r>
                <a:rPr altLang="en-US" b="1" sz="4400" lang="en-US">
                  <a:solidFill>
                    <a:srgbClr val="FF0066"/>
                  </a:solidFill>
                  <a:latin typeface="Arial MT Pro Bold"/>
                  <a:ea typeface="Arial MT Pro Bold"/>
                  <a:cs typeface="Arial MT Pro Bold"/>
                  <a:sym typeface="Arial MT Pro Bold"/>
                </a:rPr>
                <a:t>E</a:t>
              </a:r>
              <a:r>
                <a:rPr altLang="en-US" b="1" sz="4400" lang="en-US">
                  <a:solidFill>
                    <a:srgbClr val="FF0066"/>
                  </a:solidFill>
                  <a:latin typeface="Arial MT Pro Bold"/>
                  <a:ea typeface="Arial MT Pro Bold"/>
                  <a:cs typeface="Arial MT Pro Bold"/>
                  <a:sym typeface="Arial MT Pro Bold"/>
                </a:rPr>
                <a:t>S</a:t>
              </a:r>
              <a:endParaRPr altLang="en-US" sz="4800" lang="zh-CN"/>
            </a:p>
            <a:p>
              <a:pPr algn="ctr">
                <a:lnSpc>
                  <a:spcPts val="3600"/>
                </a:lnSpc>
              </a:pPr>
              <a:endParaRPr sz="3200"/>
            </a:p>
            <a:p>
              <a:pPr algn="ctr">
                <a:lnSpc>
                  <a:spcPts val="3600"/>
                </a:lnSpc>
              </a:pPr>
              <a:endParaRPr altLang="en-US" lang="zh-CN"/>
            </a:p>
          </p:txBody>
        </p:sp>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79" name=""/>
        <p:cNvGrpSpPr/>
        <p:nvPr/>
      </p:nvGrpSpPr>
      <p:grpSpPr>
        <a:xfrm>
          <a:off x="0" y="0"/>
          <a:ext cx="0" cy="0"/>
          <a:chOff x="0" y="0"/>
          <a:chExt cx="0" cy="0"/>
        </a:xfrm>
      </p:grpSpPr>
      <p:sp>
        <p:nvSpPr>
          <p:cNvPr id="1048695" name="Freeform 5"/>
          <p:cNvSpPr/>
          <p:nvPr/>
        </p:nvSpPr>
        <p:spPr>
          <a:xfrm rot="0" flipH="0" flipV="0">
            <a:off x="1247775" y="321469"/>
            <a:ext cx="1600200" cy="1585912"/>
          </a:xfrm>
          <a:custGeom>
            <a:avLst/>
            <a:ahLst/>
            <a:rect l="l" t="t" r="r" b="b"/>
            <a:pathLst>
              <a:path w="1600200" h="1585912">
                <a:moveTo>
                  <a:pt x="0" y="0"/>
                </a:moveTo>
                <a:lnTo>
                  <a:pt x="1600200" y="0"/>
                </a:lnTo>
                <a:lnTo>
                  <a:pt x="1600200" y="1585913"/>
                </a:lnTo>
                <a:lnTo>
                  <a:pt x="0" y="1585913"/>
                </a:lnTo>
                <a:lnTo>
                  <a:pt x="0" y="0"/>
                </a:lnTo>
                <a:close/>
              </a:path>
            </a:pathLst>
          </a:custGeom>
          <a:blipFill>
            <a:blip xmlns:r="http://schemas.openxmlformats.org/officeDocument/2006/relationships" r:embed="rId1"/>
            <a:stretch>
              <a:fillRect l="0" t="0" r="0" b="-115"/>
            </a:stretch>
          </a:blipFill>
        </p:spPr>
      </p:sp>
      <p:sp>
        <p:nvSpPr>
          <p:cNvPr id="1048696" name="Freeform 6" descr="KRCE Tiruchirappalli : Admission 2024, Courses, Fees, Placement, Cut Off"/>
          <p:cNvSpPr/>
          <p:nvPr/>
        </p:nvSpPr>
        <p:spPr>
          <a:xfrm rot="0" flipH="0" flipV="0">
            <a:off x="15085220" y="500062"/>
            <a:ext cx="1828800" cy="1771650"/>
          </a:xfrm>
          <a:custGeom>
            <a:avLst/>
            <a:ahLst/>
            <a:rect l="l" t="t" r="r" b="b"/>
            <a:pathLst>
              <a:path w="1828800" h="1771650">
                <a:moveTo>
                  <a:pt x="0" y="0"/>
                </a:moveTo>
                <a:lnTo>
                  <a:pt x="1828800" y="0"/>
                </a:lnTo>
                <a:lnTo>
                  <a:pt x="1828800" y="1771650"/>
                </a:lnTo>
                <a:lnTo>
                  <a:pt x="0" y="1771650"/>
                </a:lnTo>
                <a:lnTo>
                  <a:pt x="0" y="0"/>
                </a:lnTo>
                <a:close/>
              </a:path>
            </a:pathLst>
          </a:custGeom>
          <a:blipFill>
            <a:blip xmlns:r="http://schemas.openxmlformats.org/officeDocument/2006/relationships" r:embed="rId2"/>
            <a:stretch>
              <a:fillRect l="0" t="0" r="0" b="0"/>
            </a:stretch>
          </a:blipFill>
        </p:spPr>
      </p:sp>
      <p:grpSp>
        <p:nvGrpSpPr>
          <p:cNvPr id="80" name="Group 10"/>
          <p:cNvGrpSpPr/>
          <p:nvPr/>
        </p:nvGrpSpPr>
        <p:grpSpPr>
          <a:xfrm rot="0">
            <a:off x="1028700" y="9258300"/>
            <a:ext cx="4264820" cy="545307"/>
            <a:chOff x="121900" y="60933"/>
            <a:chExt cx="5442626" cy="605209"/>
          </a:xfrm>
        </p:grpSpPr>
        <p:sp>
          <p:nvSpPr>
            <p:cNvPr id="1048697" name="Freeform 11"/>
            <p:cNvSpPr/>
            <p:nvPr/>
          </p:nvSpPr>
          <p:spPr>
            <a:xfrm rot="0" flipH="0" flipV="0">
              <a:off x="-121900" y="-60933"/>
              <a:ext cx="5686426" cy="727076"/>
            </a:xfrm>
            <a:custGeom>
              <a:avLst/>
              <a:ahLst/>
              <a:rect l="l" t="t" r="r" b="b"/>
              <a:pathLst>
                <a:path w="5686426" h="727076">
                  <a:moveTo>
                    <a:pt x="0" y="0"/>
                  </a:moveTo>
                  <a:lnTo>
                    <a:pt x="5686426" y="0"/>
                  </a:lnTo>
                  <a:lnTo>
                    <a:pt x="5686426" y="727076"/>
                  </a:lnTo>
                  <a:lnTo>
                    <a:pt x="0" y="727076"/>
                  </a:lnTo>
                  <a:close/>
                </a:path>
              </a:pathLst>
            </a:custGeom>
            <a:solidFill>
              <a:srgbClr val="000000">
                <a:alpha val="0"/>
              </a:srgbClr>
            </a:solidFill>
          </p:spPr>
        </p:sp>
        <p:sp>
          <p:nvSpPr>
            <p:cNvPr id="1048698" name="TextBox 12"/>
            <p:cNvSpPr txBox="1"/>
            <p:nvPr/>
          </p:nvSpPr>
          <p:spPr>
            <a:xfrm>
              <a:off x="121900" y="3783"/>
              <a:ext cx="5442626" cy="662359"/>
            </a:xfrm>
            <a:prstGeom prst="rect"/>
          </p:spPr>
          <p:txBody>
            <a:bodyPr anchor="ctr" bIns="0" lIns="0" rIns="0" rtlCol="0" tIns="0"/>
            <a:p>
              <a:pPr algn="l">
                <a:lnSpc>
                  <a:spcPts val="2879"/>
                </a:lnSpc>
              </a:pPr>
              <a:r>
                <a:rPr sz="2399" lang="en-US">
                  <a:solidFill>
                    <a:srgbClr val="8B8B8B"/>
                  </a:solidFill>
                  <a:latin typeface="Calibri (MS)"/>
                  <a:ea typeface="Calibri (MS)"/>
                  <a:cs typeface="Calibri (MS)"/>
                  <a:sym typeface="Calibri (MS)"/>
                </a:rPr>
                <a:t>2</a:t>
              </a:r>
              <a:r>
                <a:rPr sz="2399" lang="en-US">
                  <a:solidFill>
                    <a:srgbClr val="8B8B8B"/>
                  </a:solidFill>
                  <a:latin typeface="Calibri (MS)"/>
                  <a:ea typeface="Calibri (MS)"/>
                  <a:cs typeface="Calibri (MS)"/>
                  <a:sym typeface="Calibri (MS)"/>
                </a:rPr>
                <a:t>7</a:t>
              </a:r>
              <a:r>
                <a:rPr sz="2399" lang="en-US">
                  <a:solidFill>
                    <a:srgbClr val="8B8B8B"/>
                  </a:solidFill>
                  <a:latin typeface="Calibri (MS)"/>
                  <a:ea typeface="Calibri (MS)"/>
                  <a:cs typeface="Calibri (MS)"/>
                  <a:sym typeface="Calibri (MS)"/>
                </a:rPr>
                <a:t>/</a:t>
              </a:r>
              <a:r>
                <a:rPr sz="2399" lang="en-US">
                  <a:solidFill>
                    <a:srgbClr val="8B8B8B"/>
                  </a:solidFill>
                  <a:latin typeface="Calibri (MS)"/>
                  <a:ea typeface="Calibri (MS)"/>
                  <a:cs typeface="Calibri (MS)"/>
                  <a:sym typeface="Calibri (MS)"/>
                </a:rPr>
                <a:t>0</a:t>
              </a:r>
              <a:r>
                <a:rPr sz="2399" lang="en-US">
                  <a:solidFill>
                    <a:srgbClr val="8B8B8B"/>
                  </a:solidFill>
                  <a:latin typeface="Calibri (MS)"/>
                  <a:ea typeface="Calibri (MS)"/>
                  <a:cs typeface="Calibri (MS)"/>
                  <a:sym typeface="Calibri (MS)"/>
                </a:rPr>
                <a:t>2</a:t>
              </a:r>
              <a:r>
                <a:rPr sz="2399" lang="en-US">
                  <a:solidFill>
                    <a:srgbClr val="8B8B8B"/>
                  </a:solidFill>
                  <a:latin typeface="Calibri (MS)"/>
                  <a:ea typeface="Calibri (MS)"/>
                  <a:cs typeface="Calibri (MS)"/>
                  <a:sym typeface="Calibri (MS)"/>
                </a:rPr>
                <a:t>/</a:t>
              </a:r>
              <a:r>
                <a:rPr sz="2399" lang="en-US">
                  <a:solidFill>
                    <a:srgbClr val="8B8B8B"/>
                  </a:solidFill>
                  <a:latin typeface="Calibri (MS)"/>
                  <a:ea typeface="Calibri (MS)"/>
                  <a:cs typeface="Calibri (MS)"/>
                  <a:sym typeface="Calibri (MS)"/>
                </a:rPr>
                <a:t>2</a:t>
              </a:r>
              <a:r>
                <a:rPr sz="2399" lang="en-US">
                  <a:solidFill>
                    <a:srgbClr val="8B8B8B"/>
                  </a:solidFill>
                  <a:latin typeface="Calibri (MS)"/>
                  <a:ea typeface="Calibri (MS)"/>
                  <a:cs typeface="Calibri (MS)"/>
                  <a:sym typeface="Calibri (MS)"/>
                </a:rPr>
                <a:t>0</a:t>
              </a:r>
              <a:r>
                <a:rPr sz="2399" lang="en-US">
                  <a:solidFill>
                    <a:srgbClr val="8B8B8B"/>
                  </a:solidFill>
                  <a:latin typeface="Calibri (MS)"/>
                  <a:ea typeface="Calibri (MS)"/>
                  <a:cs typeface="Calibri (MS)"/>
                  <a:sym typeface="Calibri (MS)"/>
                </a:rPr>
                <a:t>2</a:t>
              </a:r>
              <a:r>
                <a:rPr sz="2399" lang="en-US">
                  <a:solidFill>
                    <a:srgbClr val="8B8B8B"/>
                  </a:solidFill>
                  <a:latin typeface="Calibri (MS)"/>
                  <a:ea typeface="Calibri (MS)"/>
                  <a:cs typeface="Calibri (MS)"/>
                  <a:sym typeface="Calibri (MS)"/>
                </a:rPr>
                <a:t>6</a:t>
              </a:r>
              <a:endParaRPr altLang="en-US" lang="zh-CN"/>
            </a:p>
          </p:txBody>
        </p:sp>
      </p:grpSp>
      <p:sp>
        <p:nvSpPr>
          <p:cNvPr id="1048699" name=""/>
          <p:cNvSpPr txBox="1"/>
          <p:nvPr/>
        </p:nvSpPr>
        <p:spPr>
          <a:xfrm>
            <a:off x="2448933" y="3362784"/>
            <a:ext cx="14465087" cy="4892039"/>
          </a:xfrm>
          <a:prstGeom prst="rect"/>
        </p:spPr>
        <p:txBody>
          <a:bodyPr rtlCol="0" wrap="square">
            <a:spAutoFit/>
          </a:bodyPr>
          <a:p>
            <a:r>
              <a:rPr sz="5400" lang="en-US">
                <a:solidFill>
                  <a:srgbClr val="000000"/>
                </a:solidFill>
              </a:rPr>
              <a:t>The Student Management Module is used to manage student records. It helps to add, delete, search, and display student information such as student ID, name, and marks. This module uses linked list to store and manage student data efficiently.</a:t>
            </a:r>
            <a:endParaRPr sz="2800" lang="en-US">
              <a:solidFill>
                <a:srgbClr val="000000"/>
              </a:solidFill>
            </a:endParaRPr>
          </a:p>
        </p:txBody>
      </p:sp>
      <p:grpSp>
        <p:nvGrpSpPr>
          <p:cNvPr id="81" name="Group 3"/>
          <p:cNvGrpSpPr/>
          <p:nvPr/>
        </p:nvGrpSpPr>
        <p:grpSpPr>
          <a:xfrm rot="0">
            <a:off x="2448933" y="1114425"/>
            <a:ext cx="12656344" cy="1808184"/>
            <a:chOff x="120000" y="60000"/>
            <a:chExt cx="16635126" cy="5909324"/>
          </a:xfrm>
        </p:grpSpPr>
        <p:sp>
          <p:nvSpPr>
            <p:cNvPr id="1048700" name="Freeform 4"/>
            <p:cNvSpPr/>
            <p:nvPr/>
          </p:nvSpPr>
          <p:spPr>
            <a:xfrm rot="0" flipH="0" flipV="0">
              <a:off x="-120000" y="-60000"/>
              <a:ext cx="16875126" cy="6029324"/>
            </a:xfrm>
            <a:custGeom>
              <a:avLst/>
              <a:ahLst/>
              <a:rect l="l" t="t" r="r" b="b"/>
              <a:pathLst>
                <a:path w="16875126" h="6029324">
                  <a:moveTo>
                    <a:pt x="0" y="0"/>
                  </a:moveTo>
                  <a:lnTo>
                    <a:pt x="16875126" y="0"/>
                  </a:lnTo>
                  <a:lnTo>
                    <a:pt x="16875126" y="6029324"/>
                  </a:lnTo>
                  <a:lnTo>
                    <a:pt x="0" y="6029324"/>
                  </a:lnTo>
                  <a:close/>
                </a:path>
              </a:pathLst>
            </a:custGeom>
            <a:solidFill>
              <a:srgbClr val="000000">
                <a:alpha val="0"/>
              </a:srgbClr>
            </a:solidFill>
          </p:spPr>
        </p:sp>
        <p:sp>
          <p:nvSpPr>
            <p:cNvPr id="1048701" name="TextBox 5"/>
            <p:cNvSpPr txBox="1"/>
            <p:nvPr/>
          </p:nvSpPr>
          <p:spPr>
            <a:xfrm>
              <a:off x="120000" y="-178125"/>
              <a:ext cx="16635126" cy="6147449"/>
            </a:xfrm>
            <a:prstGeom prst="rect"/>
          </p:spPr>
          <p:txBody>
            <a:bodyPr anchor="t" bIns="0" lIns="0" rIns="0" rtlCol="0" tIns="0"/>
            <a:lstStyle>
              <a:defPPr>
                <a:defRPr lang="en-US"/>
              </a:defPPr>
              <a:lvl1pPr algn="l" defTabSz="914400" eaLnBrk="1" hangingPunct="1" latinLnBrk="0" marL="0" rtl="0">
                <a:defRPr sz="1800" kern="1200">
                  <a:solidFill>
                    <a:srgbClr val="000000"/>
                  </a:solidFill>
                  <a:latin typeface="+mn-lt"/>
                  <a:ea typeface="+mn-ea"/>
                  <a:cs typeface="+mn-cs"/>
                </a:defRPr>
              </a:lvl1pPr>
              <a:lvl2pPr algn="l" defTabSz="914400" eaLnBrk="1" hangingPunct="1" latinLnBrk="0" marL="457200" rtl="0">
                <a:defRPr sz="1800" kern="1200">
                  <a:solidFill>
                    <a:srgbClr val="000000"/>
                  </a:solidFill>
                  <a:latin typeface="+mn-lt"/>
                  <a:ea typeface="+mn-ea"/>
                  <a:cs typeface="+mn-cs"/>
                </a:defRPr>
              </a:lvl2pPr>
              <a:lvl3pPr algn="l" defTabSz="914400" eaLnBrk="1" hangingPunct="1" latinLnBrk="0" marL="914400" rtl="0">
                <a:defRPr sz="1800" kern="1200">
                  <a:solidFill>
                    <a:srgbClr val="000000"/>
                  </a:solidFill>
                  <a:latin typeface="+mn-lt"/>
                  <a:ea typeface="+mn-ea"/>
                  <a:cs typeface="+mn-cs"/>
                </a:defRPr>
              </a:lvl3pPr>
              <a:lvl4pPr algn="l" defTabSz="914400" eaLnBrk="1" hangingPunct="1" latinLnBrk="0" marL="1371600" rtl="0">
                <a:defRPr sz="1800" kern="1200">
                  <a:solidFill>
                    <a:srgbClr val="000000"/>
                  </a:solidFill>
                  <a:latin typeface="+mn-lt"/>
                  <a:ea typeface="+mn-ea"/>
                  <a:cs typeface="+mn-cs"/>
                </a:defRPr>
              </a:lvl4pPr>
              <a:lvl5pPr algn="l" defTabSz="914400" eaLnBrk="1" hangingPunct="1" latinLnBrk="0" marL="1828800" rtl="0">
                <a:defRPr sz="1800" kern="1200">
                  <a:solidFill>
                    <a:srgbClr val="000000"/>
                  </a:solidFill>
                  <a:latin typeface="+mn-lt"/>
                  <a:ea typeface="+mn-ea"/>
                  <a:cs typeface="+mn-cs"/>
                </a:defRPr>
              </a:lvl5pPr>
              <a:lvl6pPr algn="l" defTabSz="914400" eaLnBrk="1" hangingPunct="1" latinLnBrk="0" marL="2286000" rtl="0">
                <a:defRPr sz="1800" kern="1200">
                  <a:solidFill>
                    <a:srgbClr val="000000"/>
                  </a:solidFill>
                  <a:latin typeface="+mn-lt"/>
                  <a:ea typeface="+mn-ea"/>
                  <a:cs typeface="+mn-cs"/>
                </a:defRPr>
              </a:lvl6pPr>
              <a:lvl7pPr algn="l" defTabSz="914400" eaLnBrk="1" hangingPunct="1" latinLnBrk="0" marL="2743200" rtl="0">
                <a:defRPr sz="1800" kern="1200">
                  <a:solidFill>
                    <a:srgbClr val="000000"/>
                  </a:solidFill>
                  <a:latin typeface="+mn-lt"/>
                  <a:ea typeface="+mn-ea"/>
                  <a:cs typeface="+mn-cs"/>
                </a:defRPr>
              </a:lvl7pPr>
              <a:lvl8pPr algn="l" defTabSz="914400" eaLnBrk="1" hangingPunct="1" latinLnBrk="0" marL="3200400" rtl="0">
                <a:defRPr sz="1800" kern="1200">
                  <a:solidFill>
                    <a:srgbClr val="000000"/>
                  </a:solidFill>
                  <a:latin typeface="+mn-lt"/>
                  <a:ea typeface="+mn-ea"/>
                  <a:cs typeface="+mn-cs"/>
                </a:defRPr>
              </a:lvl8pPr>
              <a:lvl9pPr algn="l" defTabSz="914400" eaLnBrk="1" hangingPunct="1" latinLnBrk="0" marL="3657600" rtl="0">
                <a:defRPr sz="1800" kern="1200">
                  <a:solidFill>
                    <a:srgbClr val="000000"/>
                  </a:solidFill>
                  <a:latin typeface="+mn-lt"/>
                  <a:ea typeface="+mn-ea"/>
                  <a:cs typeface="+mn-cs"/>
                </a:defRPr>
              </a:lvl9pPr>
            </a:lstStyle>
            <a:p>
              <a:pPr algn="ctr">
                <a:lnSpc>
                  <a:spcPts val="5400"/>
                </a:lnSpc>
              </a:pPr>
              <a:r>
                <a:rPr altLang="en-US" b="1" sz="4000" lang="en-US">
                  <a:solidFill>
                    <a:srgbClr val="FF0066"/>
                  </a:solidFill>
                  <a:latin typeface="Arial MT Pro Bold"/>
                  <a:ea typeface="Arial MT Pro Bold"/>
                  <a:cs typeface="Arial MT Pro Bold"/>
                  <a:sym typeface="Arial MT Pro Bold"/>
                </a:rPr>
                <a:t>M</a:t>
              </a:r>
              <a:r>
                <a:rPr altLang="en-US" b="1" sz="4000" lang="en-US">
                  <a:solidFill>
                    <a:srgbClr val="FF0066"/>
                  </a:solidFill>
                  <a:latin typeface="Arial MT Pro Bold"/>
                  <a:ea typeface="Arial MT Pro Bold"/>
                  <a:cs typeface="Arial MT Pro Bold"/>
                  <a:sym typeface="Arial MT Pro Bold"/>
                </a:rPr>
                <a:t>O</a:t>
              </a:r>
              <a:r>
                <a:rPr altLang="en-US" b="1" sz="4000" lang="en-US">
                  <a:solidFill>
                    <a:srgbClr val="FF0066"/>
                  </a:solidFill>
                  <a:latin typeface="Arial MT Pro Bold"/>
                  <a:ea typeface="Arial MT Pro Bold"/>
                  <a:cs typeface="Arial MT Pro Bold"/>
                  <a:sym typeface="Arial MT Pro Bold"/>
                </a:rPr>
                <a:t>D</a:t>
              </a:r>
              <a:r>
                <a:rPr altLang="en-US" b="1" sz="4000" lang="en-US">
                  <a:solidFill>
                    <a:srgbClr val="FF0066"/>
                  </a:solidFill>
                  <a:latin typeface="Arial MT Pro Bold"/>
                  <a:ea typeface="Arial MT Pro Bold"/>
                  <a:cs typeface="Arial MT Pro Bold"/>
                  <a:sym typeface="Arial MT Pro Bold"/>
                </a:rPr>
                <a:t>U</a:t>
              </a:r>
              <a:r>
                <a:rPr altLang="en-US" b="1" sz="4000" lang="en-US">
                  <a:solidFill>
                    <a:srgbClr val="FF0066"/>
                  </a:solidFill>
                  <a:latin typeface="Arial MT Pro Bold"/>
                  <a:ea typeface="Arial MT Pro Bold"/>
                  <a:cs typeface="Arial MT Pro Bold"/>
                  <a:sym typeface="Arial MT Pro Bold"/>
                </a:rPr>
                <a:t>L</a:t>
              </a:r>
              <a:r>
                <a:rPr altLang="en-US" b="1" sz="4000" lang="en-US">
                  <a:solidFill>
                    <a:srgbClr val="FF0066"/>
                  </a:solidFill>
                  <a:latin typeface="Arial MT Pro Bold"/>
                  <a:ea typeface="Arial MT Pro Bold"/>
                  <a:cs typeface="Arial MT Pro Bold"/>
                  <a:sym typeface="Arial MT Pro Bold"/>
                </a:rPr>
                <a:t>E</a:t>
              </a:r>
              <a:r>
                <a:rPr altLang="en-US" b="1" sz="4000" lang="en-US">
                  <a:solidFill>
                    <a:srgbClr val="FF0066"/>
                  </a:solidFill>
                  <a:latin typeface="Arial MT Pro Bold"/>
                  <a:ea typeface="Arial MT Pro Bold"/>
                  <a:cs typeface="Arial MT Pro Bold"/>
                  <a:sym typeface="Arial MT Pro Bold"/>
                </a:rPr>
                <a:t> </a:t>
              </a:r>
              <a:r>
                <a:rPr altLang="en-US" b="1" sz="4000" lang="en-US">
                  <a:solidFill>
                    <a:srgbClr val="FF0066"/>
                  </a:solidFill>
                  <a:latin typeface="Arial MT Pro Bold"/>
                  <a:ea typeface="Arial MT Pro Bold"/>
                  <a:cs typeface="Arial MT Pro Bold"/>
                  <a:sym typeface="Arial MT Pro Bold"/>
                </a:rPr>
                <a:t>1</a:t>
              </a:r>
              <a:r>
                <a:rPr altLang="en-US" b="1" sz="4000" lang="en-US">
                  <a:solidFill>
                    <a:srgbClr val="FF0066"/>
                  </a:solidFill>
                  <a:latin typeface="Arial MT Pro Bold"/>
                  <a:ea typeface="Arial MT Pro Bold"/>
                  <a:cs typeface="Arial MT Pro Bold"/>
                  <a:sym typeface="Arial MT Pro Bold"/>
                </a:rPr>
                <a:t>:</a:t>
              </a:r>
              <a:r>
                <a:rPr altLang="en-US" b="1" sz="4000" lang="en-US">
                  <a:solidFill>
                    <a:srgbClr val="FF0066"/>
                  </a:solidFill>
                  <a:latin typeface="Arial MT Pro Bold"/>
                  <a:ea typeface="Arial MT Pro Bold"/>
                  <a:cs typeface="Arial MT Pro Bold"/>
                  <a:sym typeface="Arial MT Pro Bold"/>
                </a:rPr>
                <a:t> </a:t>
              </a:r>
              <a:r>
                <a:rPr altLang="en-US" b="1" sz="4000" lang="en-US">
                  <a:solidFill>
                    <a:srgbClr val="FF0066"/>
                  </a:solidFill>
                  <a:latin typeface="Arial MT Pro Bold"/>
                  <a:ea typeface="Arial MT Pro Bold"/>
                  <a:cs typeface="Arial MT Pro Bold"/>
                  <a:sym typeface="Arial MT Pro Bold"/>
                </a:rPr>
                <a:t>S</a:t>
              </a:r>
              <a:r>
                <a:rPr altLang="en-US" b="1" sz="4000" lang="en-US">
                  <a:solidFill>
                    <a:srgbClr val="FF0066"/>
                  </a:solidFill>
                  <a:latin typeface="Arial MT Pro Bold"/>
                  <a:ea typeface="Arial MT Pro Bold"/>
                  <a:cs typeface="Arial MT Pro Bold"/>
                  <a:sym typeface="Arial MT Pro Bold"/>
                </a:rPr>
                <a:t>T</a:t>
              </a:r>
              <a:r>
                <a:rPr altLang="en-US" b="1" sz="4000" lang="en-US">
                  <a:solidFill>
                    <a:srgbClr val="FF0066"/>
                  </a:solidFill>
                  <a:latin typeface="Arial MT Pro Bold"/>
                  <a:ea typeface="Arial MT Pro Bold"/>
                  <a:cs typeface="Arial MT Pro Bold"/>
                  <a:sym typeface="Arial MT Pro Bold"/>
                </a:rPr>
                <a:t>U</a:t>
              </a:r>
              <a:r>
                <a:rPr altLang="en-US" b="1" sz="4000" lang="en-US">
                  <a:solidFill>
                    <a:srgbClr val="FF0066"/>
                  </a:solidFill>
                  <a:latin typeface="Arial MT Pro Bold"/>
                  <a:ea typeface="Arial MT Pro Bold"/>
                  <a:cs typeface="Arial MT Pro Bold"/>
                  <a:sym typeface="Arial MT Pro Bold"/>
                </a:rPr>
                <a:t>DENT </a:t>
              </a:r>
              <a:r>
                <a:rPr altLang="en-US" b="1" sz="4000" lang="en-US">
                  <a:solidFill>
                    <a:srgbClr val="FF0066"/>
                  </a:solidFill>
                  <a:latin typeface="Arial MT Pro Bold"/>
                  <a:ea typeface="Arial MT Pro Bold"/>
                  <a:cs typeface="Arial MT Pro Bold"/>
                  <a:sym typeface="Arial MT Pro Bold"/>
                </a:rPr>
                <a:t>M</a:t>
              </a:r>
              <a:r>
                <a:rPr altLang="en-US" b="1" sz="4000" lang="en-US">
                  <a:solidFill>
                    <a:srgbClr val="FF0066"/>
                  </a:solidFill>
                  <a:latin typeface="Arial MT Pro Bold"/>
                  <a:ea typeface="Arial MT Pro Bold"/>
                  <a:cs typeface="Arial MT Pro Bold"/>
                  <a:sym typeface="Arial MT Pro Bold"/>
                </a:rPr>
                <a:t>A</a:t>
              </a:r>
              <a:r>
                <a:rPr altLang="en-US" b="1" sz="4000" lang="en-US">
                  <a:solidFill>
                    <a:srgbClr val="FF0066"/>
                  </a:solidFill>
                  <a:latin typeface="Arial MT Pro Bold"/>
                  <a:ea typeface="Arial MT Pro Bold"/>
                  <a:cs typeface="Arial MT Pro Bold"/>
                  <a:sym typeface="Arial MT Pro Bold"/>
                </a:rPr>
                <a:t>N</a:t>
              </a:r>
              <a:r>
                <a:rPr altLang="en-US" b="1" sz="4000" lang="en-US">
                  <a:solidFill>
                    <a:srgbClr val="FF0066"/>
                  </a:solidFill>
                  <a:latin typeface="Arial MT Pro Bold"/>
                  <a:ea typeface="Arial MT Pro Bold"/>
                  <a:cs typeface="Arial MT Pro Bold"/>
                  <a:sym typeface="Arial MT Pro Bold"/>
                </a:rPr>
                <a:t>A</a:t>
              </a:r>
              <a:r>
                <a:rPr altLang="en-US" b="1" sz="4000" lang="en-US">
                  <a:solidFill>
                    <a:srgbClr val="FF0066"/>
                  </a:solidFill>
                  <a:latin typeface="Arial MT Pro Bold"/>
                  <a:ea typeface="Arial MT Pro Bold"/>
                  <a:cs typeface="Arial MT Pro Bold"/>
                  <a:sym typeface="Arial MT Pro Bold"/>
                </a:rPr>
                <a:t>GEMENT </a:t>
              </a:r>
              <a:r>
                <a:rPr altLang="en-US" b="1" sz="4000" lang="en-US">
                  <a:solidFill>
                    <a:srgbClr val="FF0066"/>
                  </a:solidFill>
                  <a:latin typeface="Arial MT Pro Bold"/>
                  <a:ea typeface="Arial MT Pro Bold"/>
                  <a:cs typeface="Arial MT Pro Bold"/>
                  <a:sym typeface="Arial MT Pro Bold"/>
                </a:rPr>
                <a:t>MODULE </a:t>
              </a:r>
              <a:endParaRPr altLang="en-US" sz="3600" lang="zh-CN"/>
            </a:p>
            <a:p>
              <a:pPr algn="ctr">
                <a:lnSpc>
                  <a:spcPts val="3600"/>
                </a:lnSpc>
              </a:pPr>
              <a:endParaRPr sz="2800"/>
            </a:p>
            <a:p>
              <a:pPr algn="ctr">
                <a:lnSpc>
                  <a:spcPts val="3600"/>
                </a:lnSpc>
              </a:pPr>
              <a:endParaRPr altLang="en-US" lang="zh-CN"/>
            </a:p>
          </p:txBody>
        </p:sp>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84" name=""/>
        <p:cNvGrpSpPr/>
        <p:nvPr/>
      </p:nvGrpSpPr>
      <p:grpSpPr>
        <a:xfrm>
          <a:off x="0" y="0"/>
          <a:ext cx="0" cy="0"/>
          <a:chOff x="0" y="0"/>
          <a:chExt cx="0" cy="0"/>
        </a:xfrm>
      </p:grpSpPr>
      <p:sp>
        <p:nvSpPr>
          <p:cNvPr id="1048708" name="Freeform 5"/>
          <p:cNvSpPr/>
          <p:nvPr/>
        </p:nvSpPr>
        <p:spPr>
          <a:xfrm rot="0" flipH="0" flipV="0">
            <a:off x="1247775" y="321469"/>
            <a:ext cx="1600200" cy="1585912"/>
          </a:xfrm>
          <a:custGeom>
            <a:avLst/>
            <a:ahLst/>
            <a:rect l="l" t="t" r="r" b="b"/>
            <a:pathLst>
              <a:path w="1600200" h="1585912">
                <a:moveTo>
                  <a:pt x="0" y="0"/>
                </a:moveTo>
                <a:lnTo>
                  <a:pt x="1600200" y="0"/>
                </a:lnTo>
                <a:lnTo>
                  <a:pt x="1600200" y="1585913"/>
                </a:lnTo>
                <a:lnTo>
                  <a:pt x="0" y="1585913"/>
                </a:lnTo>
                <a:lnTo>
                  <a:pt x="0" y="0"/>
                </a:lnTo>
                <a:close/>
              </a:path>
            </a:pathLst>
          </a:custGeom>
          <a:blipFill>
            <a:blip xmlns:r="http://schemas.openxmlformats.org/officeDocument/2006/relationships" r:embed="rId1"/>
            <a:stretch>
              <a:fillRect l="0" t="0" r="0" b="-115"/>
            </a:stretch>
          </a:blipFill>
        </p:spPr>
      </p:sp>
      <p:sp>
        <p:nvSpPr>
          <p:cNvPr id="1048709" name="Freeform 6" descr="KRCE Tiruchirappalli : Admission 2024, Courses, Fees, Placement, Cut Off"/>
          <p:cNvSpPr/>
          <p:nvPr/>
        </p:nvSpPr>
        <p:spPr>
          <a:xfrm rot="0" flipH="0" flipV="0">
            <a:off x="15085220" y="500062"/>
            <a:ext cx="1828800" cy="1771650"/>
          </a:xfrm>
          <a:custGeom>
            <a:avLst/>
            <a:ahLst/>
            <a:rect l="l" t="t" r="r" b="b"/>
            <a:pathLst>
              <a:path w="1828800" h="1771650">
                <a:moveTo>
                  <a:pt x="0" y="0"/>
                </a:moveTo>
                <a:lnTo>
                  <a:pt x="1828800" y="0"/>
                </a:lnTo>
                <a:lnTo>
                  <a:pt x="1828800" y="1771650"/>
                </a:lnTo>
                <a:lnTo>
                  <a:pt x="0" y="1771650"/>
                </a:lnTo>
                <a:lnTo>
                  <a:pt x="0" y="0"/>
                </a:lnTo>
                <a:close/>
              </a:path>
            </a:pathLst>
          </a:custGeom>
          <a:blipFill>
            <a:blip xmlns:r="http://schemas.openxmlformats.org/officeDocument/2006/relationships" r:embed="rId2"/>
            <a:stretch>
              <a:fillRect l="0" t="0" r="0" b="0"/>
            </a:stretch>
          </a:blipFill>
        </p:spPr>
      </p:sp>
      <p:grpSp>
        <p:nvGrpSpPr>
          <p:cNvPr id="85" name="Group 10"/>
          <p:cNvGrpSpPr/>
          <p:nvPr/>
        </p:nvGrpSpPr>
        <p:grpSpPr>
          <a:xfrm rot="0">
            <a:off x="1028700" y="9258300"/>
            <a:ext cx="4264820" cy="821532"/>
            <a:chOff x="121900" y="60933"/>
            <a:chExt cx="5442626" cy="911778"/>
          </a:xfrm>
        </p:grpSpPr>
        <p:sp>
          <p:nvSpPr>
            <p:cNvPr id="1048710" name="Freeform 11"/>
            <p:cNvSpPr/>
            <p:nvPr/>
          </p:nvSpPr>
          <p:spPr>
            <a:xfrm rot="0" flipH="0" flipV="0">
              <a:off x="-121900" y="-60933"/>
              <a:ext cx="5686426" cy="1033645"/>
            </a:xfrm>
            <a:custGeom>
              <a:avLst/>
              <a:ahLst/>
              <a:rect l="l" t="t" r="r" b="b"/>
              <a:pathLst>
                <a:path w="5686426" h="1033645">
                  <a:moveTo>
                    <a:pt x="0" y="0"/>
                  </a:moveTo>
                  <a:lnTo>
                    <a:pt x="5686426" y="0"/>
                  </a:lnTo>
                  <a:lnTo>
                    <a:pt x="5686426" y="1033644"/>
                  </a:lnTo>
                  <a:lnTo>
                    <a:pt x="0" y="1033644"/>
                  </a:lnTo>
                  <a:close/>
                </a:path>
              </a:pathLst>
            </a:custGeom>
            <a:solidFill>
              <a:srgbClr val="000000">
                <a:alpha val="0"/>
              </a:srgbClr>
            </a:solidFill>
          </p:spPr>
        </p:sp>
        <p:sp>
          <p:nvSpPr>
            <p:cNvPr id="1048711" name="TextBox 12"/>
            <p:cNvSpPr txBox="1"/>
            <p:nvPr/>
          </p:nvSpPr>
          <p:spPr>
            <a:xfrm>
              <a:off x="121900" y="3783"/>
              <a:ext cx="5442626" cy="968928"/>
            </a:xfrm>
            <a:prstGeom prst="rect"/>
          </p:spPr>
          <p:txBody>
            <a:bodyPr anchor="ctr" bIns="0" lIns="0" rIns="0" rtlCol="0" tIns="0"/>
            <a:p>
              <a:pPr algn="l">
                <a:lnSpc>
                  <a:spcPts val="2879"/>
                </a:lnSpc>
              </a:pPr>
              <a:r>
                <a:rPr sz="2399" lang="en-US">
                  <a:solidFill>
                    <a:srgbClr val="8B8B8B"/>
                  </a:solidFill>
                  <a:latin typeface="Calibri (MS)"/>
                  <a:ea typeface="Calibri (MS)"/>
                  <a:cs typeface="Calibri (MS)"/>
                  <a:sym typeface="Calibri (MS)"/>
                </a:rPr>
                <a:t>2</a:t>
              </a:r>
              <a:r>
                <a:rPr sz="2399" lang="en-US">
                  <a:solidFill>
                    <a:srgbClr val="8B8B8B"/>
                  </a:solidFill>
                  <a:latin typeface="Calibri (MS)"/>
                  <a:ea typeface="Calibri (MS)"/>
                  <a:cs typeface="Calibri (MS)"/>
                  <a:sym typeface="Calibri (MS)"/>
                </a:rPr>
                <a:t>7</a:t>
              </a:r>
              <a:r>
                <a:rPr sz="2399" lang="en-US">
                  <a:solidFill>
                    <a:srgbClr val="8B8B8B"/>
                  </a:solidFill>
                  <a:latin typeface="Calibri (MS)"/>
                  <a:ea typeface="Calibri (MS)"/>
                  <a:cs typeface="Calibri (MS)"/>
                  <a:sym typeface="Calibri (MS)"/>
                </a:rPr>
                <a:t>/</a:t>
              </a:r>
              <a:r>
                <a:rPr sz="2399" lang="en-US">
                  <a:solidFill>
                    <a:srgbClr val="8B8B8B"/>
                  </a:solidFill>
                  <a:latin typeface="Calibri (MS)"/>
                  <a:ea typeface="Calibri (MS)"/>
                  <a:cs typeface="Calibri (MS)"/>
                  <a:sym typeface="Calibri (MS)"/>
                </a:rPr>
                <a:t>0</a:t>
              </a:r>
              <a:r>
                <a:rPr sz="2399" lang="en-US">
                  <a:solidFill>
                    <a:srgbClr val="8B8B8B"/>
                  </a:solidFill>
                  <a:latin typeface="Calibri (MS)"/>
                  <a:ea typeface="Calibri (MS)"/>
                  <a:cs typeface="Calibri (MS)"/>
                  <a:sym typeface="Calibri (MS)"/>
                </a:rPr>
                <a:t>2</a:t>
              </a:r>
              <a:r>
                <a:rPr sz="2399" lang="en-US">
                  <a:solidFill>
                    <a:srgbClr val="8B8B8B"/>
                  </a:solidFill>
                  <a:latin typeface="Calibri (MS)"/>
                  <a:ea typeface="Calibri (MS)"/>
                  <a:cs typeface="Calibri (MS)"/>
                  <a:sym typeface="Calibri (MS)"/>
                </a:rPr>
                <a:t>/</a:t>
              </a:r>
              <a:r>
                <a:rPr sz="2399" lang="en-US">
                  <a:solidFill>
                    <a:srgbClr val="8B8B8B"/>
                  </a:solidFill>
                  <a:latin typeface="Calibri (MS)"/>
                  <a:ea typeface="Calibri (MS)"/>
                  <a:cs typeface="Calibri (MS)"/>
                  <a:sym typeface="Calibri (MS)"/>
                </a:rPr>
                <a:t>2</a:t>
              </a:r>
              <a:r>
                <a:rPr sz="2399" lang="en-US">
                  <a:solidFill>
                    <a:srgbClr val="8B8B8B"/>
                  </a:solidFill>
                  <a:latin typeface="Calibri (MS)"/>
                  <a:ea typeface="Calibri (MS)"/>
                  <a:cs typeface="Calibri (MS)"/>
                  <a:sym typeface="Calibri (MS)"/>
                </a:rPr>
                <a:t>0</a:t>
              </a:r>
              <a:r>
                <a:rPr sz="2399" lang="en-US">
                  <a:solidFill>
                    <a:srgbClr val="8B8B8B"/>
                  </a:solidFill>
                  <a:latin typeface="Calibri (MS)"/>
                  <a:ea typeface="Calibri (MS)"/>
                  <a:cs typeface="Calibri (MS)"/>
                  <a:sym typeface="Calibri (MS)"/>
                </a:rPr>
                <a:t>2</a:t>
              </a:r>
              <a:r>
                <a:rPr sz="2399" lang="en-US">
                  <a:solidFill>
                    <a:srgbClr val="8B8B8B"/>
                  </a:solidFill>
                  <a:latin typeface="Calibri (MS)"/>
                  <a:ea typeface="Calibri (MS)"/>
                  <a:cs typeface="Calibri (MS)"/>
                  <a:sym typeface="Calibri (MS)"/>
                </a:rPr>
                <a:t>6</a:t>
              </a:r>
              <a:endParaRPr altLang="en-US" lang="zh-CN"/>
            </a:p>
          </p:txBody>
        </p:sp>
      </p:grpSp>
      <p:sp>
        <p:nvSpPr>
          <p:cNvPr id="1048712" name=""/>
          <p:cNvSpPr txBox="1"/>
          <p:nvPr/>
        </p:nvSpPr>
        <p:spPr>
          <a:xfrm>
            <a:off x="2047875" y="3072527"/>
            <a:ext cx="13066291" cy="5692139"/>
          </a:xfrm>
          <a:prstGeom prst="rect"/>
        </p:spPr>
        <p:txBody>
          <a:bodyPr rtlCol="0" wrap="square">
            <a:spAutoFit/>
          </a:bodyPr>
          <a:p>
            <a:r>
              <a:rPr sz="5400" lang="en-US">
                <a:solidFill>
                  <a:srgbClr val="000000"/>
                </a:solidFill>
              </a:rPr>
              <a:t>The Add Student Module is used to insert new student records into the system. It allows the user to enter details like student ID, name, department, and marks. Each record is stored using structures, and a new node is added to the linked list for efficient data management.</a:t>
            </a:r>
            <a:endParaRPr sz="2800" lang="en-US">
              <a:solidFill>
                <a:srgbClr val="000000"/>
              </a:solidFill>
            </a:endParaRPr>
          </a:p>
        </p:txBody>
      </p:sp>
      <p:sp>
        <p:nvSpPr>
          <p:cNvPr id="1048713" name="TextBox 5"/>
          <p:cNvSpPr txBox="1"/>
          <p:nvPr/>
        </p:nvSpPr>
        <p:spPr>
          <a:xfrm rot="0" flipH="0" flipV="0">
            <a:off x="2448933" y="1041562"/>
            <a:ext cx="12656344" cy="1881048"/>
          </a:xfrm>
          <a:prstGeom prst="rect"/>
        </p:spPr>
        <p:txBody>
          <a:bodyPr anchor="t" bIns="0" lIns="0" rIns="0" rtlCol="0" tIns="0"/>
          <a:lstStyle>
            <a:defPPr>
              <a:defRPr lang="en-US"/>
            </a:defPPr>
            <a:lvl1pPr algn="l" defTabSz="914400" eaLnBrk="1" hangingPunct="1" latinLnBrk="0" marL="0" rtl="0">
              <a:defRPr sz="1800" kern="1200">
                <a:solidFill>
                  <a:srgbClr val="000000"/>
                </a:solidFill>
                <a:latin typeface="+mn-lt"/>
                <a:ea typeface="+mn-ea"/>
                <a:cs typeface="+mn-cs"/>
              </a:defRPr>
            </a:lvl1pPr>
            <a:lvl2pPr algn="l" defTabSz="914400" eaLnBrk="1" hangingPunct="1" latinLnBrk="0" marL="457200" rtl="0">
              <a:defRPr sz="1800" kern="1200">
                <a:solidFill>
                  <a:srgbClr val="000000"/>
                </a:solidFill>
                <a:latin typeface="+mn-lt"/>
                <a:ea typeface="+mn-ea"/>
                <a:cs typeface="+mn-cs"/>
              </a:defRPr>
            </a:lvl2pPr>
            <a:lvl3pPr algn="l" defTabSz="914400" eaLnBrk="1" hangingPunct="1" latinLnBrk="0" marL="914400" rtl="0">
              <a:defRPr sz="1800" kern="1200">
                <a:solidFill>
                  <a:srgbClr val="000000"/>
                </a:solidFill>
                <a:latin typeface="+mn-lt"/>
                <a:ea typeface="+mn-ea"/>
                <a:cs typeface="+mn-cs"/>
              </a:defRPr>
            </a:lvl3pPr>
            <a:lvl4pPr algn="l" defTabSz="914400" eaLnBrk="1" hangingPunct="1" latinLnBrk="0" marL="1371600" rtl="0">
              <a:defRPr sz="1800" kern="1200">
                <a:solidFill>
                  <a:srgbClr val="000000"/>
                </a:solidFill>
                <a:latin typeface="+mn-lt"/>
                <a:ea typeface="+mn-ea"/>
                <a:cs typeface="+mn-cs"/>
              </a:defRPr>
            </a:lvl4pPr>
            <a:lvl5pPr algn="l" defTabSz="914400" eaLnBrk="1" hangingPunct="1" latinLnBrk="0" marL="1828800" rtl="0">
              <a:defRPr sz="1800" kern="1200">
                <a:solidFill>
                  <a:srgbClr val="000000"/>
                </a:solidFill>
                <a:latin typeface="+mn-lt"/>
                <a:ea typeface="+mn-ea"/>
                <a:cs typeface="+mn-cs"/>
              </a:defRPr>
            </a:lvl5pPr>
            <a:lvl6pPr algn="l" defTabSz="914400" eaLnBrk="1" hangingPunct="1" latinLnBrk="0" marL="2286000" rtl="0">
              <a:defRPr sz="1800" kern="1200">
                <a:solidFill>
                  <a:srgbClr val="000000"/>
                </a:solidFill>
                <a:latin typeface="+mn-lt"/>
                <a:ea typeface="+mn-ea"/>
                <a:cs typeface="+mn-cs"/>
              </a:defRPr>
            </a:lvl6pPr>
            <a:lvl7pPr algn="l" defTabSz="914400" eaLnBrk="1" hangingPunct="1" latinLnBrk="0" marL="2743200" rtl="0">
              <a:defRPr sz="1800" kern="1200">
                <a:solidFill>
                  <a:srgbClr val="000000"/>
                </a:solidFill>
                <a:latin typeface="+mn-lt"/>
                <a:ea typeface="+mn-ea"/>
                <a:cs typeface="+mn-cs"/>
              </a:defRPr>
            </a:lvl7pPr>
            <a:lvl8pPr algn="l" defTabSz="914400" eaLnBrk="1" hangingPunct="1" latinLnBrk="0" marL="3200400" rtl="0">
              <a:defRPr sz="1800" kern="1200">
                <a:solidFill>
                  <a:srgbClr val="000000"/>
                </a:solidFill>
                <a:latin typeface="+mn-lt"/>
                <a:ea typeface="+mn-ea"/>
                <a:cs typeface="+mn-cs"/>
              </a:defRPr>
            </a:lvl8pPr>
            <a:lvl9pPr algn="l" defTabSz="914400" eaLnBrk="1" hangingPunct="1" latinLnBrk="0" marL="3657600" rtl="0">
              <a:defRPr sz="1800" kern="1200">
                <a:solidFill>
                  <a:srgbClr val="000000"/>
                </a:solidFill>
                <a:latin typeface="+mn-lt"/>
                <a:ea typeface="+mn-ea"/>
                <a:cs typeface="+mn-cs"/>
              </a:defRPr>
            </a:lvl9pPr>
          </a:lstStyle>
          <a:p>
            <a:pPr algn="ctr">
              <a:lnSpc>
                <a:spcPts val="5400"/>
              </a:lnSpc>
            </a:pPr>
            <a:r>
              <a:rPr altLang="en-US" b="1" sz="4400" lang="en-US">
                <a:solidFill>
                  <a:srgbClr val="FF0066"/>
                </a:solidFill>
                <a:latin typeface="Arial MT Pro Bold"/>
                <a:ea typeface="Arial MT Pro Bold"/>
                <a:cs typeface="Arial MT Pro Bold"/>
                <a:sym typeface="Arial MT Pro Bold"/>
              </a:rPr>
              <a:t>M</a:t>
            </a:r>
            <a:r>
              <a:rPr altLang="en-US" b="1" sz="4400" lang="en-US">
                <a:solidFill>
                  <a:srgbClr val="FF0066"/>
                </a:solidFill>
                <a:latin typeface="Arial MT Pro Bold"/>
                <a:ea typeface="Arial MT Pro Bold"/>
                <a:cs typeface="Arial MT Pro Bold"/>
                <a:sym typeface="Arial MT Pro Bold"/>
              </a:rPr>
              <a:t>O</a:t>
            </a:r>
            <a:r>
              <a:rPr altLang="en-US" b="1" sz="4400" lang="en-US">
                <a:solidFill>
                  <a:srgbClr val="FF0066"/>
                </a:solidFill>
                <a:latin typeface="Arial MT Pro Bold"/>
                <a:ea typeface="Arial MT Pro Bold"/>
                <a:cs typeface="Arial MT Pro Bold"/>
                <a:sym typeface="Arial MT Pro Bold"/>
              </a:rPr>
              <a:t>D</a:t>
            </a:r>
            <a:r>
              <a:rPr altLang="en-US" b="1" sz="4400" lang="en-US">
                <a:solidFill>
                  <a:srgbClr val="FF0066"/>
                </a:solidFill>
                <a:latin typeface="Arial MT Pro Bold"/>
                <a:ea typeface="Arial MT Pro Bold"/>
                <a:cs typeface="Arial MT Pro Bold"/>
                <a:sym typeface="Arial MT Pro Bold"/>
              </a:rPr>
              <a:t>U</a:t>
            </a:r>
            <a:r>
              <a:rPr altLang="en-US" b="1" sz="4400" lang="en-US">
                <a:solidFill>
                  <a:srgbClr val="FF0066"/>
                </a:solidFill>
                <a:latin typeface="Arial MT Pro Bold"/>
                <a:ea typeface="Arial MT Pro Bold"/>
                <a:cs typeface="Arial MT Pro Bold"/>
                <a:sym typeface="Arial MT Pro Bold"/>
              </a:rPr>
              <a:t>L</a:t>
            </a:r>
            <a:r>
              <a:rPr altLang="en-US" b="1" sz="4400" lang="en-US">
                <a:solidFill>
                  <a:srgbClr val="FF0066"/>
                </a:solidFill>
                <a:latin typeface="Arial MT Pro Bold"/>
                <a:ea typeface="Arial MT Pro Bold"/>
                <a:cs typeface="Arial MT Pro Bold"/>
                <a:sym typeface="Arial MT Pro Bold"/>
              </a:rPr>
              <a:t>E</a:t>
            </a:r>
            <a:r>
              <a:rPr altLang="en-US" b="1" sz="4400" lang="en-US">
                <a:solidFill>
                  <a:srgbClr val="FF0066"/>
                </a:solidFill>
                <a:latin typeface="Arial MT Pro Bold"/>
                <a:ea typeface="Arial MT Pro Bold"/>
                <a:cs typeface="Arial MT Pro Bold"/>
                <a:sym typeface="Arial MT Pro Bold"/>
              </a:rPr>
              <a:t> </a:t>
            </a:r>
            <a:r>
              <a:rPr altLang="en-US" b="1" sz="4400" lang="en-US">
                <a:solidFill>
                  <a:srgbClr val="FF0066"/>
                </a:solidFill>
                <a:latin typeface="Arial MT Pro Bold"/>
                <a:ea typeface="Arial MT Pro Bold"/>
                <a:cs typeface="Arial MT Pro Bold"/>
                <a:sym typeface="Arial MT Pro Bold"/>
              </a:rPr>
              <a:t>2</a:t>
            </a:r>
            <a:r>
              <a:rPr altLang="en-US" b="1" sz="4400" lang="en-US">
                <a:solidFill>
                  <a:srgbClr val="FF0066"/>
                </a:solidFill>
                <a:latin typeface="Arial MT Pro Bold"/>
                <a:ea typeface="Arial MT Pro Bold"/>
                <a:cs typeface="Arial MT Pro Bold"/>
                <a:sym typeface="Arial MT Pro Bold"/>
              </a:rPr>
              <a:t>:</a:t>
            </a:r>
            <a:r>
              <a:rPr altLang="en-US" b="1" sz="4400" lang="en-US">
                <a:solidFill>
                  <a:srgbClr val="FF0066"/>
                </a:solidFill>
                <a:latin typeface="Arial MT Pro Bold"/>
                <a:ea typeface="Arial MT Pro Bold"/>
                <a:cs typeface="Arial MT Pro Bold"/>
                <a:sym typeface="Arial MT Pro Bold"/>
              </a:rPr>
              <a:t> </a:t>
            </a:r>
            <a:r>
              <a:rPr altLang="en-US" b="1" sz="4400" lang="en-US">
                <a:solidFill>
                  <a:srgbClr val="FF0066"/>
                </a:solidFill>
                <a:latin typeface="Arial MT Pro Bold"/>
                <a:ea typeface="Arial MT Pro Bold"/>
                <a:cs typeface="Arial MT Pro Bold"/>
                <a:sym typeface="Arial MT Pro Bold"/>
              </a:rPr>
              <a:t>A</a:t>
            </a:r>
            <a:r>
              <a:rPr altLang="en-US" b="1" sz="4400" lang="en-US">
                <a:solidFill>
                  <a:srgbClr val="FF0066"/>
                </a:solidFill>
                <a:latin typeface="Arial MT Pro Bold"/>
                <a:ea typeface="Arial MT Pro Bold"/>
                <a:cs typeface="Arial MT Pro Bold"/>
                <a:sym typeface="Arial MT Pro Bold"/>
              </a:rPr>
              <a:t>D</a:t>
            </a:r>
            <a:r>
              <a:rPr altLang="en-US" b="1" sz="4400" lang="en-US">
                <a:solidFill>
                  <a:srgbClr val="FF0066"/>
                </a:solidFill>
                <a:latin typeface="Arial MT Pro Bold"/>
                <a:ea typeface="Arial MT Pro Bold"/>
                <a:cs typeface="Arial MT Pro Bold"/>
                <a:sym typeface="Arial MT Pro Bold"/>
              </a:rPr>
              <a:t>D</a:t>
            </a:r>
            <a:r>
              <a:rPr altLang="en-US" b="1" sz="4400" lang="en-US">
                <a:solidFill>
                  <a:srgbClr val="FF0066"/>
                </a:solidFill>
                <a:latin typeface="Arial MT Pro Bold"/>
                <a:ea typeface="Arial MT Pro Bold"/>
                <a:cs typeface="Arial MT Pro Bold"/>
                <a:sym typeface="Arial MT Pro Bold"/>
              </a:rPr>
              <a:t> </a:t>
            </a:r>
            <a:r>
              <a:rPr altLang="en-US" b="1" sz="4400" lang="en-US">
                <a:solidFill>
                  <a:srgbClr val="FF0066"/>
                </a:solidFill>
                <a:latin typeface="Arial MT Pro Bold"/>
                <a:ea typeface="Arial MT Pro Bold"/>
                <a:cs typeface="Arial MT Pro Bold"/>
                <a:sym typeface="Arial MT Pro Bold"/>
              </a:rPr>
              <a:t>S</a:t>
            </a:r>
            <a:r>
              <a:rPr altLang="en-US" b="1" sz="4400" lang="en-US">
                <a:solidFill>
                  <a:srgbClr val="FF0066"/>
                </a:solidFill>
                <a:latin typeface="Arial MT Pro Bold"/>
                <a:ea typeface="Arial MT Pro Bold"/>
                <a:cs typeface="Arial MT Pro Bold"/>
                <a:sym typeface="Arial MT Pro Bold"/>
              </a:rPr>
              <a:t>T</a:t>
            </a:r>
            <a:r>
              <a:rPr altLang="en-US" b="1" sz="4400" lang="en-US">
                <a:solidFill>
                  <a:srgbClr val="FF0066"/>
                </a:solidFill>
                <a:latin typeface="Arial MT Pro Bold"/>
                <a:ea typeface="Arial MT Pro Bold"/>
                <a:cs typeface="Arial MT Pro Bold"/>
                <a:sym typeface="Arial MT Pro Bold"/>
              </a:rPr>
              <a:t>U</a:t>
            </a:r>
            <a:r>
              <a:rPr altLang="en-US" b="1" sz="4400" lang="en-US">
                <a:solidFill>
                  <a:srgbClr val="FF0066"/>
                </a:solidFill>
                <a:latin typeface="Arial MT Pro Bold"/>
                <a:ea typeface="Arial MT Pro Bold"/>
                <a:cs typeface="Arial MT Pro Bold"/>
                <a:sym typeface="Arial MT Pro Bold"/>
              </a:rPr>
              <a:t>DENT </a:t>
            </a:r>
            <a:r>
              <a:rPr altLang="en-US" b="1" sz="4400" lang="en-US">
                <a:solidFill>
                  <a:srgbClr val="FF0066"/>
                </a:solidFill>
                <a:latin typeface="Arial MT Pro Bold"/>
                <a:ea typeface="Arial MT Pro Bold"/>
                <a:cs typeface="Arial MT Pro Bold"/>
                <a:sym typeface="Arial MT Pro Bold"/>
              </a:rPr>
              <a:t> </a:t>
            </a:r>
            <a:r>
              <a:rPr altLang="en-US" b="1" sz="4400" lang="en-US">
                <a:solidFill>
                  <a:srgbClr val="FF0066"/>
                </a:solidFill>
                <a:latin typeface="Arial MT Pro Bold"/>
                <a:ea typeface="Arial MT Pro Bold"/>
                <a:cs typeface="Arial MT Pro Bold"/>
                <a:sym typeface="Arial MT Pro Bold"/>
              </a:rPr>
              <a:t>MODULE </a:t>
            </a:r>
            <a:endParaRPr altLang="en-US" sz="4800" lang="zh-CN"/>
          </a:p>
          <a:p>
            <a:pPr algn="ctr">
              <a:lnSpc>
                <a:spcPts val="3600"/>
              </a:lnSpc>
            </a:pPr>
            <a:endParaRPr sz="3200"/>
          </a:p>
          <a:p>
            <a:pPr algn="ctr">
              <a:lnSpc>
                <a:spcPts val="3600"/>
              </a:lnSpc>
            </a:pPr>
            <a:endParaRPr altLang="en-US" lang="zh-CN"/>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88" name=""/>
        <p:cNvGrpSpPr/>
        <p:nvPr/>
      </p:nvGrpSpPr>
      <p:grpSpPr>
        <a:xfrm>
          <a:off x="0" y="0"/>
          <a:ext cx="0" cy="0"/>
          <a:chOff x="0" y="0"/>
          <a:chExt cx="0" cy="0"/>
        </a:xfrm>
      </p:grpSpPr>
      <p:sp>
        <p:nvSpPr>
          <p:cNvPr id="1048720" name="Freeform 6" descr="KRCE Tiruchirappalli : Admission 2024, Courses, Fees, Placement, Cut Off"/>
          <p:cNvSpPr/>
          <p:nvPr/>
        </p:nvSpPr>
        <p:spPr>
          <a:xfrm rot="0" flipH="0" flipV="0">
            <a:off x="15085220" y="500062"/>
            <a:ext cx="1828800" cy="1771650"/>
          </a:xfrm>
          <a:custGeom>
            <a:avLst/>
            <a:ahLst/>
            <a:rect l="l" t="t" r="r" b="b"/>
            <a:pathLst>
              <a:path w="1828800" h="1771650">
                <a:moveTo>
                  <a:pt x="0" y="0"/>
                </a:moveTo>
                <a:lnTo>
                  <a:pt x="1828800" y="0"/>
                </a:lnTo>
                <a:lnTo>
                  <a:pt x="1828800" y="1771650"/>
                </a:lnTo>
                <a:lnTo>
                  <a:pt x="0" y="1771650"/>
                </a:lnTo>
                <a:lnTo>
                  <a:pt x="0" y="0"/>
                </a:lnTo>
                <a:close/>
              </a:path>
            </a:pathLst>
          </a:custGeom>
          <a:blipFill>
            <a:blip xmlns:r="http://schemas.openxmlformats.org/officeDocument/2006/relationships" r:embed="rId1"/>
            <a:stretch>
              <a:fillRect l="0" t="0" r="0" b="0"/>
            </a:stretch>
          </a:blipFill>
        </p:spPr>
      </p:sp>
      <p:sp>
        <p:nvSpPr>
          <p:cNvPr id="1048721" name="Freeform 5"/>
          <p:cNvSpPr/>
          <p:nvPr/>
        </p:nvSpPr>
        <p:spPr>
          <a:xfrm rot="0" flipH="0" flipV="0">
            <a:off x="1247775" y="321469"/>
            <a:ext cx="1600200" cy="1585912"/>
          </a:xfrm>
          <a:custGeom>
            <a:avLst/>
            <a:ahLst/>
            <a:rect l="l" t="t" r="r" b="b"/>
            <a:pathLst>
              <a:path w="1600200" h="1585912">
                <a:moveTo>
                  <a:pt x="0" y="0"/>
                </a:moveTo>
                <a:lnTo>
                  <a:pt x="1600200" y="0"/>
                </a:lnTo>
                <a:lnTo>
                  <a:pt x="1600200" y="1585913"/>
                </a:lnTo>
                <a:lnTo>
                  <a:pt x="0" y="1585913"/>
                </a:lnTo>
                <a:lnTo>
                  <a:pt x="0" y="0"/>
                </a:lnTo>
                <a:close/>
              </a:path>
            </a:pathLst>
          </a:custGeom>
          <a:blipFill>
            <a:blip xmlns:r="http://schemas.openxmlformats.org/officeDocument/2006/relationships" r:embed="rId2"/>
            <a:stretch>
              <a:fillRect l="0" t="0" r="0" b="-115"/>
            </a:stretch>
          </a:blipFill>
        </p:spPr>
      </p:sp>
      <p:sp>
        <p:nvSpPr>
          <p:cNvPr id="1048722" name=""/>
          <p:cNvSpPr txBox="1"/>
          <p:nvPr/>
        </p:nvSpPr>
        <p:spPr>
          <a:xfrm>
            <a:off x="2459292" y="2572593"/>
            <a:ext cx="12315084" cy="6492239"/>
          </a:xfrm>
          <a:prstGeom prst="rect"/>
        </p:spPr>
        <p:txBody>
          <a:bodyPr rtlCol="0" wrap="square">
            <a:spAutoFit/>
          </a:bodyPr>
          <a:p>
            <a:r>
              <a:rPr altLang="ta-IN" b="0" sz="5400" lang="en-US">
                <a:solidFill>
                  <a:srgbClr val="000000"/>
                </a:solidFill>
              </a:rPr>
              <a:t>The Delete Student Module is used to remove a student’s record from the system. The user can delete a record using Student ID. The linked list is updated by removing the corresponding node, and the memory is freed. This module helps to keep the student records accurate and up-to-date.</a:t>
            </a:r>
            <a:endParaRPr b="0" sz="2800" lang="en-US">
              <a:solidFill>
                <a:srgbClr val="000000"/>
              </a:solidFill>
            </a:endParaRPr>
          </a:p>
        </p:txBody>
      </p:sp>
      <p:grpSp>
        <p:nvGrpSpPr>
          <p:cNvPr id="89" name="Group 10"/>
          <p:cNvGrpSpPr/>
          <p:nvPr/>
        </p:nvGrpSpPr>
        <p:grpSpPr>
          <a:xfrm rot="0">
            <a:off x="1028700" y="9258300"/>
            <a:ext cx="4264820" cy="821532"/>
            <a:chOff x="121900" y="60933"/>
            <a:chExt cx="5442626" cy="911778"/>
          </a:xfrm>
        </p:grpSpPr>
        <p:sp>
          <p:nvSpPr>
            <p:cNvPr id="1048723" name="Freeform 11"/>
            <p:cNvSpPr/>
            <p:nvPr/>
          </p:nvSpPr>
          <p:spPr>
            <a:xfrm rot="0" flipH="0" flipV="0">
              <a:off x="-121900" y="-60933"/>
              <a:ext cx="5686426" cy="1033645"/>
            </a:xfrm>
            <a:custGeom>
              <a:avLst/>
              <a:ahLst/>
              <a:rect l="l" t="t" r="r" b="b"/>
              <a:pathLst>
                <a:path w="5686426" h="1033645">
                  <a:moveTo>
                    <a:pt x="0" y="0"/>
                  </a:moveTo>
                  <a:lnTo>
                    <a:pt x="5686426" y="0"/>
                  </a:lnTo>
                  <a:lnTo>
                    <a:pt x="5686426" y="1033644"/>
                  </a:lnTo>
                  <a:lnTo>
                    <a:pt x="0" y="1033644"/>
                  </a:lnTo>
                  <a:close/>
                </a:path>
              </a:pathLst>
            </a:custGeom>
            <a:solidFill>
              <a:srgbClr val="000000">
                <a:alpha val="0"/>
              </a:srgbClr>
            </a:solidFill>
          </p:spPr>
        </p:sp>
        <p:sp>
          <p:nvSpPr>
            <p:cNvPr id="1048724" name="TextBox 12"/>
            <p:cNvSpPr txBox="1"/>
            <p:nvPr/>
          </p:nvSpPr>
          <p:spPr>
            <a:xfrm>
              <a:off x="121900" y="3783"/>
              <a:ext cx="5442626" cy="968928"/>
            </a:xfrm>
            <a:prstGeom prst="rect"/>
          </p:spPr>
          <p:txBody>
            <a:bodyPr anchor="ctr" bIns="0" lIns="0" rIns="0" rtlCol="0" tIns="0"/>
            <a:lstStyle>
              <a:defPPr>
                <a:defRPr lang="en-US"/>
              </a:defPPr>
              <a:lvl1pPr algn="l" defTabSz="914400" eaLnBrk="1" hangingPunct="1" latinLnBrk="0" marL="0" rtl="0">
                <a:defRPr sz="1800" kern="1200">
                  <a:solidFill>
                    <a:srgbClr val="000000"/>
                  </a:solidFill>
                  <a:latin typeface="+mn-lt"/>
                  <a:ea typeface="+mn-ea"/>
                  <a:cs typeface="+mn-cs"/>
                </a:defRPr>
              </a:lvl1pPr>
              <a:lvl2pPr algn="l" defTabSz="914400" eaLnBrk="1" hangingPunct="1" latinLnBrk="0" marL="457200" rtl="0">
                <a:defRPr sz="1800" kern="1200">
                  <a:solidFill>
                    <a:srgbClr val="000000"/>
                  </a:solidFill>
                  <a:latin typeface="+mn-lt"/>
                  <a:ea typeface="+mn-ea"/>
                  <a:cs typeface="+mn-cs"/>
                </a:defRPr>
              </a:lvl2pPr>
              <a:lvl3pPr algn="l" defTabSz="914400" eaLnBrk="1" hangingPunct="1" latinLnBrk="0" marL="914400" rtl="0">
                <a:defRPr sz="1800" kern="1200">
                  <a:solidFill>
                    <a:srgbClr val="000000"/>
                  </a:solidFill>
                  <a:latin typeface="+mn-lt"/>
                  <a:ea typeface="+mn-ea"/>
                  <a:cs typeface="+mn-cs"/>
                </a:defRPr>
              </a:lvl3pPr>
              <a:lvl4pPr algn="l" defTabSz="914400" eaLnBrk="1" hangingPunct="1" latinLnBrk="0" marL="1371600" rtl="0">
                <a:defRPr sz="1800" kern="1200">
                  <a:solidFill>
                    <a:srgbClr val="000000"/>
                  </a:solidFill>
                  <a:latin typeface="+mn-lt"/>
                  <a:ea typeface="+mn-ea"/>
                  <a:cs typeface="+mn-cs"/>
                </a:defRPr>
              </a:lvl4pPr>
              <a:lvl5pPr algn="l" defTabSz="914400" eaLnBrk="1" hangingPunct="1" latinLnBrk="0" marL="1828800" rtl="0">
                <a:defRPr sz="1800" kern="1200">
                  <a:solidFill>
                    <a:srgbClr val="000000"/>
                  </a:solidFill>
                  <a:latin typeface="+mn-lt"/>
                  <a:ea typeface="+mn-ea"/>
                  <a:cs typeface="+mn-cs"/>
                </a:defRPr>
              </a:lvl5pPr>
              <a:lvl6pPr algn="l" defTabSz="914400" eaLnBrk="1" hangingPunct="1" latinLnBrk="0" marL="2286000" rtl="0">
                <a:defRPr sz="1800" kern="1200">
                  <a:solidFill>
                    <a:srgbClr val="000000"/>
                  </a:solidFill>
                  <a:latin typeface="+mn-lt"/>
                  <a:ea typeface="+mn-ea"/>
                  <a:cs typeface="+mn-cs"/>
                </a:defRPr>
              </a:lvl6pPr>
              <a:lvl7pPr algn="l" defTabSz="914400" eaLnBrk="1" hangingPunct="1" latinLnBrk="0" marL="2743200" rtl="0">
                <a:defRPr sz="1800" kern="1200">
                  <a:solidFill>
                    <a:srgbClr val="000000"/>
                  </a:solidFill>
                  <a:latin typeface="+mn-lt"/>
                  <a:ea typeface="+mn-ea"/>
                  <a:cs typeface="+mn-cs"/>
                </a:defRPr>
              </a:lvl7pPr>
              <a:lvl8pPr algn="l" defTabSz="914400" eaLnBrk="1" hangingPunct="1" latinLnBrk="0" marL="3200400" rtl="0">
                <a:defRPr sz="1800" kern="1200">
                  <a:solidFill>
                    <a:srgbClr val="000000"/>
                  </a:solidFill>
                  <a:latin typeface="+mn-lt"/>
                  <a:ea typeface="+mn-ea"/>
                  <a:cs typeface="+mn-cs"/>
                </a:defRPr>
              </a:lvl8pPr>
              <a:lvl9pPr algn="l" defTabSz="914400" eaLnBrk="1" hangingPunct="1" latinLnBrk="0" marL="3657600" rtl="0">
                <a:defRPr sz="1800" kern="1200">
                  <a:solidFill>
                    <a:srgbClr val="000000"/>
                  </a:solidFill>
                  <a:latin typeface="+mn-lt"/>
                  <a:ea typeface="+mn-ea"/>
                  <a:cs typeface="+mn-cs"/>
                </a:defRPr>
              </a:lvl9pPr>
            </a:lstStyle>
            <a:p>
              <a:pPr algn="l">
                <a:lnSpc>
                  <a:spcPts val="2879"/>
                </a:lnSpc>
              </a:pPr>
              <a:r>
                <a:rPr sz="2399" lang="en-US">
                  <a:solidFill>
                    <a:srgbClr val="8B8B8B"/>
                  </a:solidFill>
                  <a:latin typeface="Calibri (MS)"/>
                  <a:ea typeface="Calibri (MS)"/>
                  <a:cs typeface="Calibri (MS)"/>
                  <a:sym typeface="Calibri (MS)"/>
                </a:rPr>
                <a:t>2</a:t>
              </a:r>
              <a:r>
                <a:rPr sz="2399" lang="en-US">
                  <a:solidFill>
                    <a:srgbClr val="8B8B8B"/>
                  </a:solidFill>
                  <a:latin typeface="Calibri (MS)"/>
                  <a:ea typeface="Calibri (MS)"/>
                  <a:cs typeface="Calibri (MS)"/>
                  <a:sym typeface="Calibri (MS)"/>
                </a:rPr>
                <a:t>7</a:t>
              </a:r>
              <a:r>
                <a:rPr sz="2399" lang="en-US">
                  <a:solidFill>
                    <a:srgbClr val="8B8B8B"/>
                  </a:solidFill>
                  <a:latin typeface="Calibri (MS)"/>
                  <a:ea typeface="Calibri (MS)"/>
                  <a:cs typeface="Calibri (MS)"/>
                  <a:sym typeface="Calibri (MS)"/>
                </a:rPr>
                <a:t>/</a:t>
              </a:r>
              <a:r>
                <a:rPr sz="2399" lang="en-US">
                  <a:solidFill>
                    <a:srgbClr val="8B8B8B"/>
                  </a:solidFill>
                  <a:latin typeface="Calibri (MS)"/>
                  <a:ea typeface="Calibri (MS)"/>
                  <a:cs typeface="Calibri (MS)"/>
                  <a:sym typeface="Calibri (MS)"/>
                </a:rPr>
                <a:t>0</a:t>
              </a:r>
              <a:r>
                <a:rPr sz="2399" lang="en-US">
                  <a:solidFill>
                    <a:srgbClr val="8B8B8B"/>
                  </a:solidFill>
                  <a:latin typeface="Calibri (MS)"/>
                  <a:ea typeface="Calibri (MS)"/>
                  <a:cs typeface="Calibri (MS)"/>
                  <a:sym typeface="Calibri (MS)"/>
                </a:rPr>
                <a:t>2</a:t>
              </a:r>
              <a:r>
                <a:rPr sz="2399" lang="en-US">
                  <a:solidFill>
                    <a:srgbClr val="8B8B8B"/>
                  </a:solidFill>
                  <a:latin typeface="Calibri (MS)"/>
                  <a:ea typeface="Calibri (MS)"/>
                  <a:cs typeface="Calibri (MS)"/>
                  <a:sym typeface="Calibri (MS)"/>
                </a:rPr>
                <a:t>/</a:t>
              </a:r>
              <a:r>
                <a:rPr sz="2399" lang="en-US">
                  <a:solidFill>
                    <a:srgbClr val="8B8B8B"/>
                  </a:solidFill>
                  <a:latin typeface="Calibri (MS)"/>
                  <a:ea typeface="Calibri (MS)"/>
                  <a:cs typeface="Calibri (MS)"/>
                  <a:sym typeface="Calibri (MS)"/>
                </a:rPr>
                <a:t>2</a:t>
              </a:r>
              <a:r>
                <a:rPr sz="2399" lang="en-US">
                  <a:solidFill>
                    <a:srgbClr val="8B8B8B"/>
                  </a:solidFill>
                  <a:latin typeface="Calibri (MS)"/>
                  <a:ea typeface="Calibri (MS)"/>
                  <a:cs typeface="Calibri (MS)"/>
                  <a:sym typeface="Calibri (MS)"/>
                </a:rPr>
                <a:t>0</a:t>
              </a:r>
              <a:r>
                <a:rPr sz="2399" lang="en-US">
                  <a:solidFill>
                    <a:srgbClr val="8B8B8B"/>
                  </a:solidFill>
                  <a:latin typeface="Calibri (MS)"/>
                  <a:ea typeface="Calibri (MS)"/>
                  <a:cs typeface="Calibri (MS)"/>
                  <a:sym typeface="Calibri (MS)"/>
                </a:rPr>
                <a:t>2</a:t>
              </a:r>
              <a:r>
                <a:rPr sz="2399" lang="en-US">
                  <a:solidFill>
                    <a:srgbClr val="8B8B8B"/>
                  </a:solidFill>
                  <a:latin typeface="Calibri (MS)"/>
                  <a:ea typeface="Calibri (MS)"/>
                  <a:cs typeface="Calibri (MS)"/>
                  <a:sym typeface="Calibri (MS)"/>
                </a:rPr>
                <a:t>6</a:t>
              </a:r>
              <a:endParaRPr altLang="en-US" lang="zh-CN"/>
            </a:p>
          </p:txBody>
        </p:sp>
      </p:grpSp>
      <p:sp>
        <p:nvSpPr>
          <p:cNvPr id="1048725" name="TextBox 5"/>
          <p:cNvSpPr txBox="1"/>
          <p:nvPr/>
        </p:nvSpPr>
        <p:spPr>
          <a:xfrm rot="0" flipH="0" flipV="0">
            <a:off x="2448933" y="1041562"/>
            <a:ext cx="12656344" cy="1881048"/>
          </a:xfrm>
          <a:prstGeom prst="rect"/>
        </p:spPr>
        <p:txBody>
          <a:bodyPr anchor="t" bIns="0" lIns="0" rIns="0" rtlCol="0" tIns="0"/>
          <a:lstStyle>
            <a:defPPr>
              <a:defRPr lang="en-US"/>
            </a:defPPr>
            <a:lvl1pPr algn="l" defTabSz="914400" eaLnBrk="1" hangingPunct="1" latinLnBrk="0" marL="0" rtl="0">
              <a:defRPr sz="1800" kern="1200">
                <a:solidFill>
                  <a:srgbClr val="000000"/>
                </a:solidFill>
                <a:latin typeface="+mn-lt"/>
                <a:ea typeface="+mn-ea"/>
                <a:cs typeface="+mn-cs"/>
              </a:defRPr>
            </a:lvl1pPr>
            <a:lvl2pPr algn="l" defTabSz="914400" eaLnBrk="1" hangingPunct="1" latinLnBrk="0" marL="457200" rtl="0">
              <a:defRPr sz="1800" kern="1200">
                <a:solidFill>
                  <a:srgbClr val="000000"/>
                </a:solidFill>
                <a:latin typeface="+mn-lt"/>
                <a:ea typeface="+mn-ea"/>
                <a:cs typeface="+mn-cs"/>
              </a:defRPr>
            </a:lvl2pPr>
            <a:lvl3pPr algn="l" defTabSz="914400" eaLnBrk="1" hangingPunct="1" latinLnBrk="0" marL="914400" rtl="0">
              <a:defRPr sz="1800" kern="1200">
                <a:solidFill>
                  <a:srgbClr val="000000"/>
                </a:solidFill>
                <a:latin typeface="+mn-lt"/>
                <a:ea typeface="+mn-ea"/>
                <a:cs typeface="+mn-cs"/>
              </a:defRPr>
            </a:lvl3pPr>
            <a:lvl4pPr algn="l" defTabSz="914400" eaLnBrk="1" hangingPunct="1" latinLnBrk="0" marL="1371600" rtl="0">
              <a:defRPr sz="1800" kern="1200">
                <a:solidFill>
                  <a:srgbClr val="000000"/>
                </a:solidFill>
                <a:latin typeface="+mn-lt"/>
                <a:ea typeface="+mn-ea"/>
                <a:cs typeface="+mn-cs"/>
              </a:defRPr>
            </a:lvl4pPr>
            <a:lvl5pPr algn="l" defTabSz="914400" eaLnBrk="1" hangingPunct="1" latinLnBrk="0" marL="1828800" rtl="0">
              <a:defRPr sz="1800" kern="1200">
                <a:solidFill>
                  <a:srgbClr val="000000"/>
                </a:solidFill>
                <a:latin typeface="+mn-lt"/>
                <a:ea typeface="+mn-ea"/>
                <a:cs typeface="+mn-cs"/>
              </a:defRPr>
            </a:lvl5pPr>
            <a:lvl6pPr algn="l" defTabSz="914400" eaLnBrk="1" hangingPunct="1" latinLnBrk="0" marL="2286000" rtl="0">
              <a:defRPr sz="1800" kern="1200">
                <a:solidFill>
                  <a:srgbClr val="000000"/>
                </a:solidFill>
                <a:latin typeface="+mn-lt"/>
                <a:ea typeface="+mn-ea"/>
                <a:cs typeface="+mn-cs"/>
              </a:defRPr>
            </a:lvl6pPr>
            <a:lvl7pPr algn="l" defTabSz="914400" eaLnBrk="1" hangingPunct="1" latinLnBrk="0" marL="2743200" rtl="0">
              <a:defRPr sz="1800" kern="1200">
                <a:solidFill>
                  <a:srgbClr val="000000"/>
                </a:solidFill>
                <a:latin typeface="+mn-lt"/>
                <a:ea typeface="+mn-ea"/>
                <a:cs typeface="+mn-cs"/>
              </a:defRPr>
            </a:lvl7pPr>
            <a:lvl8pPr algn="l" defTabSz="914400" eaLnBrk="1" hangingPunct="1" latinLnBrk="0" marL="3200400" rtl="0">
              <a:defRPr sz="1800" kern="1200">
                <a:solidFill>
                  <a:srgbClr val="000000"/>
                </a:solidFill>
                <a:latin typeface="+mn-lt"/>
                <a:ea typeface="+mn-ea"/>
                <a:cs typeface="+mn-cs"/>
              </a:defRPr>
            </a:lvl8pPr>
            <a:lvl9pPr algn="l" defTabSz="914400" eaLnBrk="1" hangingPunct="1" latinLnBrk="0" marL="3657600" rtl="0">
              <a:defRPr sz="1800" kern="1200">
                <a:solidFill>
                  <a:srgbClr val="000000"/>
                </a:solidFill>
                <a:latin typeface="+mn-lt"/>
                <a:ea typeface="+mn-ea"/>
                <a:cs typeface="+mn-cs"/>
              </a:defRPr>
            </a:lvl9pPr>
          </a:lstStyle>
          <a:p>
            <a:pPr algn="ctr">
              <a:lnSpc>
                <a:spcPts val="5400"/>
              </a:lnSpc>
            </a:pPr>
            <a:r>
              <a:rPr altLang="en-US" b="1" sz="4400" lang="en-US">
                <a:solidFill>
                  <a:srgbClr val="FF0066"/>
                </a:solidFill>
                <a:latin typeface="Arial MT Pro Bold"/>
                <a:ea typeface="Arial MT Pro Bold"/>
                <a:cs typeface="Arial MT Pro Bold"/>
                <a:sym typeface="Arial MT Pro Bold"/>
              </a:rPr>
              <a:t>M</a:t>
            </a:r>
            <a:r>
              <a:rPr altLang="en-US" b="1" sz="4400" lang="en-US">
                <a:solidFill>
                  <a:srgbClr val="FF0066"/>
                </a:solidFill>
                <a:latin typeface="Arial MT Pro Bold"/>
                <a:ea typeface="Arial MT Pro Bold"/>
                <a:cs typeface="Arial MT Pro Bold"/>
                <a:sym typeface="Arial MT Pro Bold"/>
              </a:rPr>
              <a:t>O</a:t>
            </a:r>
            <a:r>
              <a:rPr altLang="en-US" b="1" sz="4400" lang="en-US">
                <a:solidFill>
                  <a:srgbClr val="FF0066"/>
                </a:solidFill>
                <a:latin typeface="Arial MT Pro Bold"/>
                <a:ea typeface="Arial MT Pro Bold"/>
                <a:cs typeface="Arial MT Pro Bold"/>
                <a:sym typeface="Arial MT Pro Bold"/>
              </a:rPr>
              <a:t>D</a:t>
            </a:r>
            <a:r>
              <a:rPr altLang="en-US" b="1" sz="4400" lang="en-US">
                <a:solidFill>
                  <a:srgbClr val="FF0066"/>
                </a:solidFill>
                <a:latin typeface="Arial MT Pro Bold"/>
                <a:ea typeface="Arial MT Pro Bold"/>
                <a:cs typeface="Arial MT Pro Bold"/>
                <a:sym typeface="Arial MT Pro Bold"/>
              </a:rPr>
              <a:t>U</a:t>
            </a:r>
            <a:r>
              <a:rPr altLang="en-US" b="1" sz="4400" lang="en-US">
                <a:solidFill>
                  <a:srgbClr val="FF0066"/>
                </a:solidFill>
                <a:latin typeface="Arial MT Pro Bold"/>
                <a:ea typeface="Arial MT Pro Bold"/>
                <a:cs typeface="Arial MT Pro Bold"/>
                <a:sym typeface="Arial MT Pro Bold"/>
              </a:rPr>
              <a:t>L</a:t>
            </a:r>
            <a:r>
              <a:rPr altLang="en-US" b="1" sz="4400" lang="en-US">
                <a:solidFill>
                  <a:srgbClr val="FF0066"/>
                </a:solidFill>
                <a:latin typeface="Arial MT Pro Bold"/>
                <a:ea typeface="Arial MT Pro Bold"/>
                <a:cs typeface="Arial MT Pro Bold"/>
                <a:sym typeface="Arial MT Pro Bold"/>
              </a:rPr>
              <a:t>E</a:t>
            </a:r>
            <a:r>
              <a:rPr altLang="en-US" b="1" sz="4400" lang="en-US">
                <a:solidFill>
                  <a:srgbClr val="FF0066"/>
                </a:solidFill>
                <a:latin typeface="Arial MT Pro Bold"/>
                <a:ea typeface="Arial MT Pro Bold"/>
                <a:cs typeface="Arial MT Pro Bold"/>
                <a:sym typeface="Arial MT Pro Bold"/>
              </a:rPr>
              <a:t> </a:t>
            </a:r>
            <a:r>
              <a:rPr altLang="en-US" b="1" sz="4400" lang="en-US">
                <a:solidFill>
                  <a:srgbClr val="FF0066"/>
                </a:solidFill>
                <a:latin typeface="Arial MT Pro Bold"/>
                <a:ea typeface="Arial MT Pro Bold"/>
                <a:cs typeface="Arial MT Pro Bold"/>
                <a:sym typeface="Arial MT Pro Bold"/>
              </a:rPr>
              <a:t>3</a:t>
            </a:r>
            <a:r>
              <a:rPr altLang="en-US" b="1" sz="4400" lang="en-US">
                <a:solidFill>
                  <a:srgbClr val="FF0066"/>
                </a:solidFill>
                <a:latin typeface="Arial MT Pro Bold"/>
                <a:ea typeface="Arial MT Pro Bold"/>
                <a:cs typeface="Arial MT Pro Bold"/>
                <a:sym typeface="Arial MT Pro Bold"/>
              </a:rPr>
              <a:t>:</a:t>
            </a:r>
            <a:r>
              <a:rPr altLang="en-US" b="1" sz="4400" lang="en-US">
                <a:solidFill>
                  <a:srgbClr val="FF0066"/>
                </a:solidFill>
                <a:latin typeface="Arial MT Pro Bold"/>
                <a:ea typeface="Arial MT Pro Bold"/>
                <a:cs typeface="Arial MT Pro Bold"/>
                <a:sym typeface="Arial MT Pro Bold"/>
              </a:rPr>
              <a:t> </a:t>
            </a:r>
            <a:r>
              <a:rPr altLang="en-US" b="1" sz="4400" lang="en-US">
                <a:solidFill>
                  <a:srgbClr val="FF0066"/>
                </a:solidFill>
                <a:latin typeface="Arial MT Pro Bold"/>
                <a:ea typeface="Arial MT Pro Bold"/>
                <a:cs typeface="Arial MT Pro Bold"/>
                <a:sym typeface="Arial MT Pro Bold"/>
              </a:rPr>
              <a:t>D</a:t>
            </a:r>
            <a:r>
              <a:rPr altLang="en-US" b="1" sz="4400" lang="en-US">
                <a:solidFill>
                  <a:srgbClr val="FF0066"/>
                </a:solidFill>
                <a:latin typeface="Arial MT Pro Bold"/>
                <a:ea typeface="Arial MT Pro Bold"/>
                <a:cs typeface="Arial MT Pro Bold"/>
                <a:sym typeface="Arial MT Pro Bold"/>
              </a:rPr>
              <a:t>E</a:t>
            </a:r>
            <a:r>
              <a:rPr altLang="en-US" b="1" sz="4400" lang="en-US">
                <a:solidFill>
                  <a:srgbClr val="FF0066"/>
                </a:solidFill>
                <a:latin typeface="Arial MT Pro Bold"/>
                <a:ea typeface="Arial MT Pro Bold"/>
                <a:cs typeface="Arial MT Pro Bold"/>
                <a:sym typeface="Arial MT Pro Bold"/>
              </a:rPr>
              <a:t>L</a:t>
            </a:r>
            <a:r>
              <a:rPr altLang="en-US" b="1" sz="4400" lang="en-US">
                <a:solidFill>
                  <a:srgbClr val="FF0066"/>
                </a:solidFill>
                <a:latin typeface="Arial MT Pro Bold"/>
                <a:ea typeface="Arial MT Pro Bold"/>
                <a:cs typeface="Arial MT Pro Bold"/>
                <a:sym typeface="Arial MT Pro Bold"/>
              </a:rPr>
              <a:t>ETE </a:t>
            </a:r>
            <a:r>
              <a:rPr altLang="en-US" b="1" sz="4400" lang="en-US">
                <a:solidFill>
                  <a:srgbClr val="FF0066"/>
                </a:solidFill>
                <a:latin typeface="Arial MT Pro Bold"/>
                <a:ea typeface="Arial MT Pro Bold"/>
                <a:cs typeface="Arial MT Pro Bold"/>
                <a:sym typeface="Arial MT Pro Bold"/>
              </a:rPr>
              <a:t>S</a:t>
            </a:r>
            <a:r>
              <a:rPr altLang="en-US" b="1" sz="4400" lang="en-US">
                <a:solidFill>
                  <a:srgbClr val="FF0066"/>
                </a:solidFill>
                <a:latin typeface="Arial MT Pro Bold"/>
                <a:ea typeface="Arial MT Pro Bold"/>
                <a:cs typeface="Arial MT Pro Bold"/>
                <a:sym typeface="Arial MT Pro Bold"/>
              </a:rPr>
              <a:t>T</a:t>
            </a:r>
            <a:r>
              <a:rPr altLang="en-US" b="1" sz="4400" lang="en-US">
                <a:solidFill>
                  <a:srgbClr val="FF0066"/>
                </a:solidFill>
                <a:latin typeface="Arial MT Pro Bold"/>
                <a:ea typeface="Arial MT Pro Bold"/>
                <a:cs typeface="Arial MT Pro Bold"/>
                <a:sym typeface="Arial MT Pro Bold"/>
              </a:rPr>
              <a:t>U</a:t>
            </a:r>
            <a:r>
              <a:rPr altLang="en-US" b="1" sz="4400" lang="en-US">
                <a:solidFill>
                  <a:srgbClr val="FF0066"/>
                </a:solidFill>
                <a:latin typeface="Arial MT Pro Bold"/>
                <a:ea typeface="Arial MT Pro Bold"/>
                <a:cs typeface="Arial MT Pro Bold"/>
                <a:sym typeface="Arial MT Pro Bold"/>
              </a:rPr>
              <a:t>DENT </a:t>
            </a:r>
            <a:r>
              <a:rPr altLang="en-US" b="1" sz="4400" lang="en-US">
                <a:solidFill>
                  <a:srgbClr val="FF0066"/>
                </a:solidFill>
                <a:latin typeface="Arial MT Pro Bold"/>
                <a:ea typeface="Arial MT Pro Bold"/>
                <a:cs typeface="Arial MT Pro Bold"/>
                <a:sym typeface="Arial MT Pro Bold"/>
              </a:rPr>
              <a:t>MODULE </a:t>
            </a:r>
            <a:endParaRPr altLang="en-US" sz="4800" lang="zh-CN"/>
          </a:p>
          <a:p>
            <a:pPr algn="ctr">
              <a:lnSpc>
                <a:spcPts val="3600"/>
              </a:lnSpc>
            </a:pPr>
            <a:endParaRPr sz="3200"/>
          </a:p>
          <a:p>
            <a:pPr algn="ctr">
              <a:lnSpc>
                <a:spcPts val="3600"/>
              </a:lnSpc>
            </a:pPr>
            <a:endParaRPr altLang="en-US" lang="zh-CN"/>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90" name=""/>
        <p:cNvGrpSpPr/>
        <p:nvPr/>
      </p:nvGrpSpPr>
      <p:grpSpPr>
        <a:xfrm>
          <a:off x="0" y="0"/>
          <a:ext cx="0" cy="0"/>
          <a:chOff x="0" y="0"/>
          <a:chExt cx="0" cy="0"/>
        </a:xfrm>
      </p:grpSpPr>
      <p:sp>
        <p:nvSpPr>
          <p:cNvPr id="1048726" name="Freeform 5"/>
          <p:cNvSpPr/>
          <p:nvPr/>
        </p:nvSpPr>
        <p:spPr>
          <a:xfrm rot="0" flipH="0" flipV="0">
            <a:off x="1247775" y="321469"/>
            <a:ext cx="1600200" cy="1585912"/>
          </a:xfrm>
          <a:custGeom>
            <a:avLst/>
            <a:ahLst/>
            <a:rect l="l" t="t" r="r" b="b"/>
            <a:pathLst>
              <a:path w="1600200" h="1585912">
                <a:moveTo>
                  <a:pt x="0" y="0"/>
                </a:moveTo>
                <a:lnTo>
                  <a:pt x="1600200" y="0"/>
                </a:lnTo>
                <a:lnTo>
                  <a:pt x="1600200" y="1585913"/>
                </a:lnTo>
                <a:lnTo>
                  <a:pt x="0" y="1585913"/>
                </a:lnTo>
                <a:lnTo>
                  <a:pt x="0" y="0"/>
                </a:lnTo>
                <a:close/>
              </a:path>
            </a:pathLst>
          </a:custGeom>
          <a:blipFill>
            <a:blip xmlns:r="http://schemas.openxmlformats.org/officeDocument/2006/relationships" r:embed="rId1"/>
            <a:stretch>
              <a:fillRect l="0" t="0" r="0" b="-115"/>
            </a:stretch>
          </a:blipFill>
        </p:spPr>
      </p:sp>
      <p:sp>
        <p:nvSpPr>
          <p:cNvPr id="1048727" name="Freeform 6" descr="KRCE Tiruchirappalli : Admission 2024, Courses, Fees, Placement, Cut Off"/>
          <p:cNvSpPr/>
          <p:nvPr/>
        </p:nvSpPr>
        <p:spPr>
          <a:xfrm rot="0" flipH="0" flipV="0">
            <a:off x="15085220" y="500062"/>
            <a:ext cx="1828800" cy="1771650"/>
          </a:xfrm>
          <a:custGeom>
            <a:avLst/>
            <a:ahLst/>
            <a:rect l="l" t="t" r="r" b="b"/>
            <a:pathLst>
              <a:path w="1828800" h="1771650">
                <a:moveTo>
                  <a:pt x="0" y="0"/>
                </a:moveTo>
                <a:lnTo>
                  <a:pt x="1828800" y="0"/>
                </a:lnTo>
                <a:lnTo>
                  <a:pt x="1828800" y="1771650"/>
                </a:lnTo>
                <a:lnTo>
                  <a:pt x="0" y="1771650"/>
                </a:lnTo>
                <a:lnTo>
                  <a:pt x="0" y="0"/>
                </a:lnTo>
                <a:close/>
              </a:path>
            </a:pathLst>
          </a:custGeom>
          <a:blipFill>
            <a:blip xmlns:r="http://schemas.openxmlformats.org/officeDocument/2006/relationships" r:embed="rId2"/>
            <a:stretch>
              <a:fillRect l="0" t="0" r="0" b="0"/>
            </a:stretch>
          </a:blipFill>
        </p:spPr>
      </p:sp>
      <p:grpSp>
        <p:nvGrpSpPr>
          <p:cNvPr id="91" name="Group 10"/>
          <p:cNvGrpSpPr/>
          <p:nvPr/>
        </p:nvGrpSpPr>
        <p:grpSpPr>
          <a:xfrm rot="0">
            <a:off x="1028700" y="9258300"/>
            <a:ext cx="4264820" cy="821532"/>
            <a:chOff x="121900" y="60933"/>
            <a:chExt cx="5442626" cy="911778"/>
          </a:xfrm>
        </p:grpSpPr>
        <p:sp>
          <p:nvSpPr>
            <p:cNvPr id="1048728" name="Freeform 11"/>
            <p:cNvSpPr/>
            <p:nvPr/>
          </p:nvSpPr>
          <p:spPr>
            <a:xfrm rot="0" flipH="0" flipV="0">
              <a:off x="-121900" y="-60933"/>
              <a:ext cx="5686426" cy="1033645"/>
            </a:xfrm>
            <a:custGeom>
              <a:avLst/>
              <a:ahLst/>
              <a:rect l="l" t="t" r="r" b="b"/>
              <a:pathLst>
                <a:path w="5686426" h="1033645">
                  <a:moveTo>
                    <a:pt x="0" y="0"/>
                  </a:moveTo>
                  <a:lnTo>
                    <a:pt x="5686426" y="0"/>
                  </a:lnTo>
                  <a:lnTo>
                    <a:pt x="5686426" y="1033644"/>
                  </a:lnTo>
                  <a:lnTo>
                    <a:pt x="0" y="1033644"/>
                  </a:lnTo>
                  <a:close/>
                </a:path>
              </a:pathLst>
            </a:custGeom>
            <a:solidFill>
              <a:srgbClr val="000000">
                <a:alpha val="0"/>
              </a:srgbClr>
            </a:solidFill>
          </p:spPr>
        </p:sp>
        <p:sp>
          <p:nvSpPr>
            <p:cNvPr id="1048729" name="TextBox 12"/>
            <p:cNvSpPr txBox="1"/>
            <p:nvPr/>
          </p:nvSpPr>
          <p:spPr>
            <a:xfrm>
              <a:off x="121900" y="3783"/>
              <a:ext cx="5442626" cy="968928"/>
            </a:xfrm>
            <a:prstGeom prst="rect"/>
          </p:spPr>
          <p:txBody>
            <a:bodyPr anchor="ctr" bIns="0" lIns="0" rIns="0" rtlCol="0" tIns="0"/>
            <a:lstStyle>
              <a:defPPr>
                <a:defRPr lang="en-US"/>
              </a:defPPr>
              <a:lvl1pPr algn="l" defTabSz="914400" eaLnBrk="1" hangingPunct="1" latinLnBrk="0" marL="0" rtl="0">
                <a:defRPr sz="1800" kern="1200">
                  <a:solidFill>
                    <a:srgbClr val="000000"/>
                  </a:solidFill>
                  <a:latin typeface="+mn-lt"/>
                  <a:ea typeface="+mn-ea"/>
                  <a:cs typeface="+mn-cs"/>
                </a:defRPr>
              </a:lvl1pPr>
              <a:lvl2pPr algn="l" defTabSz="914400" eaLnBrk="1" hangingPunct="1" latinLnBrk="0" marL="457200" rtl="0">
                <a:defRPr sz="1800" kern="1200">
                  <a:solidFill>
                    <a:srgbClr val="000000"/>
                  </a:solidFill>
                  <a:latin typeface="+mn-lt"/>
                  <a:ea typeface="+mn-ea"/>
                  <a:cs typeface="+mn-cs"/>
                </a:defRPr>
              </a:lvl2pPr>
              <a:lvl3pPr algn="l" defTabSz="914400" eaLnBrk="1" hangingPunct="1" latinLnBrk="0" marL="914400" rtl="0">
                <a:defRPr sz="1800" kern="1200">
                  <a:solidFill>
                    <a:srgbClr val="000000"/>
                  </a:solidFill>
                  <a:latin typeface="+mn-lt"/>
                  <a:ea typeface="+mn-ea"/>
                  <a:cs typeface="+mn-cs"/>
                </a:defRPr>
              </a:lvl3pPr>
              <a:lvl4pPr algn="l" defTabSz="914400" eaLnBrk="1" hangingPunct="1" latinLnBrk="0" marL="1371600" rtl="0">
                <a:defRPr sz="1800" kern="1200">
                  <a:solidFill>
                    <a:srgbClr val="000000"/>
                  </a:solidFill>
                  <a:latin typeface="+mn-lt"/>
                  <a:ea typeface="+mn-ea"/>
                  <a:cs typeface="+mn-cs"/>
                </a:defRPr>
              </a:lvl4pPr>
              <a:lvl5pPr algn="l" defTabSz="914400" eaLnBrk="1" hangingPunct="1" latinLnBrk="0" marL="1828800" rtl="0">
                <a:defRPr sz="1800" kern="1200">
                  <a:solidFill>
                    <a:srgbClr val="000000"/>
                  </a:solidFill>
                  <a:latin typeface="+mn-lt"/>
                  <a:ea typeface="+mn-ea"/>
                  <a:cs typeface="+mn-cs"/>
                </a:defRPr>
              </a:lvl5pPr>
              <a:lvl6pPr algn="l" defTabSz="914400" eaLnBrk="1" hangingPunct="1" latinLnBrk="0" marL="2286000" rtl="0">
                <a:defRPr sz="1800" kern="1200">
                  <a:solidFill>
                    <a:srgbClr val="000000"/>
                  </a:solidFill>
                  <a:latin typeface="+mn-lt"/>
                  <a:ea typeface="+mn-ea"/>
                  <a:cs typeface="+mn-cs"/>
                </a:defRPr>
              </a:lvl6pPr>
              <a:lvl7pPr algn="l" defTabSz="914400" eaLnBrk="1" hangingPunct="1" latinLnBrk="0" marL="2743200" rtl="0">
                <a:defRPr sz="1800" kern="1200">
                  <a:solidFill>
                    <a:srgbClr val="000000"/>
                  </a:solidFill>
                  <a:latin typeface="+mn-lt"/>
                  <a:ea typeface="+mn-ea"/>
                  <a:cs typeface="+mn-cs"/>
                </a:defRPr>
              </a:lvl7pPr>
              <a:lvl8pPr algn="l" defTabSz="914400" eaLnBrk="1" hangingPunct="1" latinLnBrk="0" marL="3200400" rtl="0">
                <a:defRPr sz="1800" kern="1200">
                  <a:solidFill>
                    <a:srgbClr val="000000"/>
                  </a:solidFill>
                  <a:latin typeface="+mn-lt"/>
                  <a:ea typeface="+mn-ea"/>
                  <a:cs typeface="+mn-cs"/>
                </a:defRPr>
              </a:lvl8pPr>
              <a:lvl9pPr algn="l" defTabSz="914400" eaLnBrk="1" hangingPunct="1" latinLnBrk="0" marL="3657600" rtl="0">
                <a:defRPr sz="1800" kern="1200">
                  <a:solidFill>
                    <a:srgbClr val="000000"/>
                  </a:solidFill>
                  <a:latin typeface="+mn-lt"/>
                  <a:ea typeface="+mn-ea"/>
                  <a:cs typeface="+mn-cs"/>
                </a:defRPr>
              </a:lvl9pPr>
            </a:lstStyle>
            <a:p>
              <a:pPr algn="l">
                <a:lnSpc>
                  <a:spcPts val="2879"/>
                </a:lnSpc>
              </a:pPr>
              <a:r>
                <a:rPr sz="2399" lang="en-US">
                  <a:solidFill>
                    <a:srgbClr val="8B8B8B"/>
                  </a:solidFill>
                  <a:latin typeface="Calibri (MS)"/>
                  <a:ea typeface="Calibri (MS)"/>
                  <a:cs typeface="Calibri (MS)"/>
                  <a:sym typeface="Calibri (MS)"/>
                </a:rPr>
                <a:t>2</a:t>
              </a:r>
              <a:r>
                <a:rPr sz="2399" lang="en-US">
                  <a:solidFill>
                    <a:srgbClr val="8B8B8B"/>
                  </a:solidFill>
                  <a:latin typeface="Calibri (MS)"/>
                  <a:ea typeface="Calibri (MS)"/>
                  <a:cs typeface="Calibri (MS)"/>
                  <a:sym typeface="Calibri (MS)"/>
                </a:rPr>
                <a:t>7</a:t>
              </a:r>
              <a:r>
                <a:rPr sz="2399" lang="en-US">
                  <a:solidFill>
                    <a:srgbClr val="8B8B8B"/>
                  </a:solidFill>
                  <a:latin typeface="Calibri (MS)"/>
                  <a:ea typeface="Calibri (MS)"/>
                  <a:cs typeface="Calibri (MS)"/>
                  <a:sym typeface="Calibri (MS)"/>
                </a:rPr>
                <a:t>/</a:t>
              </a:r>
              <a:r>
                <a:rPr sz="2399" lang="en-US">
                  <a:solidFill>
                    <a:srgbClr val="8B8B8B"/>
                  </a:solidFill>
                  <a:latin typeface="Calibri (MS)"/>
                  <a:ea typeface="Calibri (MS)"/>
                  <a:cs typeface="Calibri (MS)"/>
                  <a:sym typeface="Calibri (MS)"/>
                </a:rPr>
                <a:t>0</a:t>
              </a:r>
              <a:r>
                <a:rPr sz="2399" lang="en-US">
                  <a:solidFill>
                    <a:srgbClr val="8B8B8B"/>
                  </a:solidFill>
                  <a:latin typeface="Calibri (MS)"/>
                  <a:ea typeface="Calibri (MS)"/>
                  <a:cs typeface="Calibri (MS)"/>
                  <a:sym typeface="Calibri (MS)"/>
                </a:rPr>
                <a:t>2</a:t>
              </a:r>
              <a:r>
                <a:rPr sz="2399" lang="en-US">
                  <a:solidFill>
                    <a:srgbClr val="8B8B8B"/>
                  </a:solidFill>
                  <a:latin typeface="Calibri (MS)"/>
                  <a:ea typeface="Calibri (MS)"/>
                  <a:cs typeface="Calibri (MS)"/>
                  <a:sym typeface="Calibri (MS)"/>
                </a:rPr>
                <a:t>/</a:t>
              </a:r>
              <a:r>
                <a:rPr sz="2399" lang="en-US">
                  <a:solidFill>
                    <a:srgbClr val="8B8B8B"/>
                  </a:solidFill>
                  <a:latin typeface="Calibri (MS)"/>
                  <a:ea typeface="Calibri (MS)"/>
                  <a:cs typeface="Calibri (MS)"/>
                  <a:sym typeface="Calibri (MS)"/>
                </a:rPr>
                <a:t>2</a:t>
              </a:r>
              <a:r>
                <a:rPr sz="2399" lang="en-US">
                  <a:solidFill>
                    <a:srgbClr val="8B8B8B"/>
                  </a:solidFill>
                  <a:latin typeface="Calibri (MS)"/>
                  <a:ea typeface="Calibri (MS)"/>
                  <a:cs typeface="Calibri (MS)"/>
                  <a:sym typeface="Calibri (MS)"/>
                </a:rPr>
                <a:t>0</a:t>
              </a:r>
              <a:r>
                <a:rPr sz="2399" lang="en-US">
                  <a:solidFill>
                    <a:srgbClr val="8B8B8B"/>
                  </a:solidFill>
                  <a:latin typeface="Calibri (MS)"/>
                  <a:ea typeface="Calibri (MS)"/>
                  <a:cs typeface="Calibri (MS)"/>
                  <a:sym typeface="Calibri (MS)"/>
                </a:rPr>
                <a:t>2</a:t>
              </a:r>
              <a:r>
                <a:rPr sz="2399" lang="en-US">
                  <a:solidFill>
                    <a:srgbClr val="8B8B8B"/>
                  </a:solidFill>
                  <a:latin typeface="Calibri (MS)"/>
                  <a:ea typeface="Calibri (MS)"/>
                  <a:cs typeface="Calibri (MS)"/>
                  <a:sym typeface="Calibri (MS)"/>
                </a:rPr>
                <a:t>6</a:t>
              </a:r>
              <a:endParaRPr altLang="en-US" lang="zh-CN"/>
            </a:p>
          </p:txBody>
        </p:sp>
      </p:grpSp>
      <p:sp>
        <p:nvSpPr>
          <p:cNvPr id="1048730" name=""/>
          <p:cNvSpPr txBox="1"/>
          <p:nvPr/>
        </p:nvSpPr>
        <p:spPr>
          <a:xfrm>
            <a:off x="2448933" y="2747486"/>
            <a:ext cx="12249564" cy="6492240"/>
          </a:xfrm>
          <a:prstGeom prst="rect"/>
        </p:spPr>
        <p:txBody>
          <a:bodyPr rtlCol="0" wrap="square">
            <a:spAutoFit/>
          </a:bodyPr>
          <a:p>
            <a:r>
              <a:rPr altLang="ta-IN" sz="5400" lang="en-US">
                <a:solidFill>
                  <a:srgbClr val="000000"/>
                </a:solidFill>
              </a:rPr>
              <a:t>The Search Student Module is used to find a student’s record in the system. The user can search by Student ID or Name. The linked list is checked node by node, and if the record is found, the student details are displayed. This module helps to quickly access required student information.</a:t>
            </a:r>
            <a:endParaRPr sz="2800" lang="en-US">
              <a:solidFill>
                <a:srgbClr val="000000"/>
              </a:solidFill>
            </a:endParaRPr>
          </a:p>
        </p:txBody>
      </p:sp>
      <p:sp>
        <p:nvSpPr>
          <p:cNvPr id="1048731" name="TextBox 5"/>
          <p:cNvSpPr txBox="1"/>
          <p:nvPr/>
        </p:nvSpPr>
        <p:spPr>
          <a:xfrm rot="0" flipH="0" flipV="0">
            <a:off x="2448933" y="1041562"/>
            <a:ext cx="12656344" cy="1881048"/>
          </a:xfrm>
          <a:prstGeom prst="rect"/>
        </p:spPr>
        <p:txBody>
          <a:bodyPr anchor="t" bIns="0" lIns="0" rIns="0" rtlCol="0" tIns="0"/>
          <a:lstStyle>
            <a:defPPr>
              <a:defRPr lang="en-US"/>
            </a:defPPr>
            <a:lvl1pPr algn="l" defTabSz="914400" eaLnBrk="1" hangingPunct="1" latinLnBrk="0" marL="0" rtl="0">
              <a:defRPr sz="1800" kern="1200">
                <a:solidFill>
                  <a:srgbClr val="000000"/>
                </a:solidFill>
                <a:latin typeface="+mn-lt"/>
                <a:ea typeface="+mn-ea"/>
                <a:cs typeface="+mn-cs"/>
              </a:defRPr>
            </a:lvl1pPr>
            <a:lvl2pPr algn="l" defTabSz="914400" eaLnBrk="1" hangingPunct="1" latinLnBrk="0" marL="457200" rtl="0">
              <a:defRPr sz="1800" kern="1200">
                <a:solidFill>
                  <a:srgbClr val="000000"/>
                </a:solidFill>
                <a:latin typeface="+mn-lt"/>
                <a:ea typeface="+mn-ea"/>
                <a:cs typeface="+mn-cs"/>
              </a:defRPr>
            </a:lvl2pPr>
            <a:lvl3pPr algn="l" defTabSz="914400" eaLnBrk="1" hangingPunct="1" latinLnBrk="0" marL="914400" rtl="0">
              <a:defRPr sz="1800" kern="1200">
                <a:solidFill>
                  <a:srgbClr val="000000"/>
                </a:solidFill>
                <a:latin typeface="+mn-lt"/>
                <a:ea typeface="+mn-ea"/>
                <a:cs typeface="+mn-cs"/>
              </a:defRPr>
            </a:lvl3pPr>
            <a:lvl4pPr algn="l" defTabSz="914400" eaLnBrk="1" hangingPunct="1" latinLnBrk="0" marL="1371600" rtl="0">
              <a:defRPr sz="1800" kern="1200">
                <a:solidFill>
                  <a:srgbClr val="000000"/>
                </a:solidFill>
                <a:latin typeface="+mn-lt"/>
                <a:ea typeface="+mn-ea"/>
                <a:cs typeface="+mn-cs"/>
              </a:defRPr>
            </a:lvl4pPr>
            <a:lvl5pPr algn="l" defTabSz="914400" eaLnBrk="1" hangingPunct="1" latinLnBrk="0" marL="1828800" rtl="0">
              <a:defRPr sz="1800" kern="1200">
                <a:solidFill>
                  <a:srgbClr val="000000"/>
                </a:solidFill>
                <a:latin typeface="+mn-lt"/>
                <a:ea typeface="+mn-ea"/>
                <a:cs typeface="+mn-cs"/>
              </a:defRPr>
            </a:lvl5pPr>
            <a:lvl6pPr algn="l" defTabSz="914400" eaLnBrk="1" hangingPunct="1" latinLnBrk="0" marL="2286000" rtl="0">
              <a:defRPr sz="1800" kern="1200">
                <a:solidFill>
                  <a:srgbClr val="000000"/>
                </a:solidFill>
                <a:latin typeface="+mn-lt"/>
                <a:ea typeface="+mn-ea"/>
                <a:cs typeface="+mn-cs"/>
              </a:defRPr>
            </a:lvl6pPr>
            <a:lvl7pPr algn="l" defTabSz="914400" eaLnBrk="1" hangingPunct="1" latinLnBrk="0" marL="2743200" rtl="0">
              <a:defRPr sz="1800" kern="1200">
                <a:solidFill>
                  <a:srgbClr val="000000"/>
                </a:solidFill>
                <a:latin typeface="+mn-lt"/>
                <a:ea typeface="+mn-ea"/>
                <a:cs typeface="+mn-cs"/>
              </a:defRPr>
            </a:lvl7pPr>
            <a:lvl8pPr algn="l" defTabSz="914400" eaLnBrk="1" hangingPunct="1" latinLnBrk="0" marL="3200400" rtl="0">
              <a:defRPr sz="1800" kern="1200">
                <a:solidFill>
                  <a:srgbClr val="000000"/>
                </a:solidFill>
                <a:latin typeface="+mn-lt"/>
                <a:ea typeface="+mn-ea"/>
                <a:cs typeface="+mn-cs"/>
              </a:defRPr>
            </a:lvl8pPr>
            <a:lvl9pPr algn="l" defTabSz="914400" eaLnBrk="1" hangingPunct="1" latinLnBrk="0" marL="3657600" rtl="0">
              <a:defRPr sz="1800" kern="1200">
                <a:solidFill>
                  <a:srgbClr val="000000"/>
                </a:solidFill>
                <a:latin typeface="+mn-lt"/>
                <a:ea typeface="+mn-ea"/>
                <a:cs typeface="+mn-cs"/>
              </a:defRPr>
            </a:lvl9pPr>
          </a:lstStyle>
          <a:p>
            <a:pPr algn="ctr">
              <a:lnSpc>
                <a:spcPts val="5400"/>
              </a:lnSpc>
            </a:pPr>
            <a:r>
              <a:rPr altLang="en-US" b="1" sz="4400" lang="en-US">
                <a:solidFill>
                  <a:srgbClr val="FF0066"/>
                </a:solidFill>
                <a:latin typeface="Arial MT Pro Bold"/>
                <a:ea typeface="Arial MT Pro Bold"/>
                <a:cs typeface="Arial MT Pro Bold"/>
                <a:sym typeface="Arial MT Pro Bold"/>
              </a:rPr>
              <a:t>M</a:t>
            </a:r>
            <a:r>
              <a:rPr altLang="en-US" b="1" sz="4400" lang="en-US">
                <a:solidFill>
                  <a:srgbClr val="FF0066"/>
                </a:solidFill>
                <a:latin typeface="Arial MT Pro Bold"/>
                <a:ea typeface="Arial MT Pro Bold"/>
                <a:cs typeface="Arial MT Pro Bold"/>
                <a:sym typeface="Arial MT Pro Bold"/>
              </a:rPr>
              <a:t>O</a:t>
            </a:r>
            <a:r>
              <a:rPr altLang="en-US" b="1" sz="4400" lang="en-US">
                <a:solidFill>
                  <a:srgbClr val="FF0066"/>
                </a:solidFill>
                <a:latin typeface="Arial MT Pro Bold"/>
                <a:ea typeface="Arial MT Pro Bold"/>
                <a:cs typeface="Arial MT Pro Bold"/>
                <a:sym typeface="Arial MT Pro Bold"/>
              </a:rPr>
              <a:t>D</a:t>
            </a:r>
            <a:r>
              <a:rPr altLang="en-US" b="1" sz="4400" lang="en-US">
                <a:solidFill>
                  <a:srgbClr val="FF0066"/>
                </a:solidFill>
                <a:latin typeface="Arial MT Pro Bold"/>
                <a:ea typeface="Arial MT Pro Bold"/>
                <a:cs typeface="Arial MT Pro Bold"/>
                <a:sym typeface="Arial MT Pro Bold"/>
              </a:rPr>
              <a:t>U</a:t>
            </a:r>
            <a:r>
              <a:rPr altLang="en-US" b="1" sz="4400" lang="en-US">
                <a:solidFill>
                  <a:srgbClr val="FF0066"/>
                </a:solidFill>
                <a:latin typeface="Arial MT Pro Bold"/>
                <a:ea typeface="Arial MT Pro Bold"/>
                <a:cs typeface="Arial MT Pro Bold"/>
                <a:sym typeface="Arial MT Pro Bold"/>
              </a:rPr>
              <a:t>L</a:t>
            </a:r>
            <a:r>
              <a:rPr altLang="en-US" b="1" sz="4400" lang="en-US">
                <a:solidFill>
                  <a:srgbClr val="FF0066"/>
                </a:solidFill>
                <a:latin typeface="Arial MT Pro Bold"/>
                <a:ea typeface="Arial MT Pro Bold"/>
                <a:cs typeface="Arial MT Pro Bold"/>
                <a:sym typeface="Arial MT Pro Bold"/>
              </a:rPr>
              <a:t>E</a:t>
            </a:r>
            <a:r>
              <a:rPr altLang="en-US" b="1" sz="4400" lang="en-US">
                <a:solidFill>
                  <a:srgbClr val="FF0066"/>
                </a:solidFill>
                <a:latin typeface="Arial MT Pro Bold"/>
                <a:ea typeface="Arial MT Pro Bold"/>
                <a:cs typeface="Arial MT Pro Bold"/>
                <a:sym typeface="Arial MT Pro Bold"/>
              </a:rPr>
              <a:t> </a:t>
            </a:r>
            <a:r>
              <a:rPr altLang="en-US" b="1" sz="4400" lang="en-US">
                <a:solidFill>
                  <a:srgbClr val="FF0066"/>
                </a:solidFill>
                <a:latin typeface="Arial MT Pro Bold"/>
                <a:ea typeface="Arial MT Pro Bold"/>
                <a:cs typeface="Arial MT Pro Bold"/>
                <a:sym typeface="Arial MT Pro Bold"/>
              </a:rPr>
              <a:t>4</a:t>
            </a:r>
            <a:r>
              <a:rPr altLang="en-US" b="1" sz="4400" lang="en-US">
                <a:solidFill>
                  <a:srgbClr val="FF0066"/>
                </a:solidFill>
                <a:latin typeface="Arial MT Pro Bold"/>
                <a:ea typeface="Arial MT Pro Bold"/>
                <a:cs typeface="Arial MT Pro Bold"/>
                <a:sym typeface="Arial MT Pro Bold"/>
              </a:rPr>
              <a:t>:</a:t>
            </a:r>
            <a:r>
              <a:rPr altLang="en-US" b="1" sz="4400" lang="en-US">
                <a:solidFill>
                  <a:srgbClr val="FF0066"/>
                </a:solidFill>
                <a:latin typeface="Arial MT Pro Bold"/>
                <a:ea typeface="Arial MT Pro Bold"/>
                <a:cs typeface="Arial MT Pro Bold"/>
                <a:sym typeface="Arial MT Pro Bold"/>
              </a:rPr>
              <a:t> </a:t>
            </a:r>
            <a:r>
              <a:rPr altLang="en-US" b="1" sz="4400" lang="en-US">
                <a:solidFill>
                  <a:srgbClr val="FF0066"/>
                </a:solidFill>
                <a:latin typeface="Arial MT Pro Bold"/>
                <a:ea typeface="Arial MT Pro Bold"/>
                <a:cs typeface="Arial MT Pro Bold"/>
                <a:sym typeface="Arial MT Pro Bold"/>
              </a:rPr>
              <a:t>S</a:t>
            </a:r>
            <a:r>
              <a:rPr altLang="en-US" b="1" sz="4400" lang="en-US">
                <a:solidFill>
                  <a:srgbClr val="FF0066"/>
                </a:solidFill>
                <a:latin typeface="Arial MT Pro Bold"/>
                <a:ea typeface="Arial MT Pro Bold"/>
                <a:cs typeface="Arial MT Pro Bold"/>
                <a:sym typeface="Arial MT Pro Bold"/>
              </a:rPr>
              <a:t>E</a:t>
            </a:r>
            <a:r>
              <a:rPr altLang="en-US" b="1" sz="4400" lang="en-US">
                <a:solidFill>
                  <a:srgbClr val="FF0066"/>
                </a:solidFill>
                <a:latin typeface="Arial MT Pro Bold"/>
                <a:ea typeface="Arial MT Pro Bold"/>
                <a:cs typeface="Arial MT Pro Bold"/>
                <a:sym typeface="Arial MT Pro Bold"/>
              </a:rPr>
              <a:t>A</a:t>
            </a:r>
            <a:r>
              <a:rPr altLang="en-US" b="1" sz="4400" lang="en-US">
                <a:solidFill>
                  <a:srgbClr val="FF0066"/>
                </a:solidFill>
                <a:latin typeface="Arial MT Pro Bold"/>
                <a:ea typeface="Arial MT Pro Bold"/>
                <a:cs typeface="Arial MT Pro Bold"/>
                <a:sym typeface="Arial MT Pro Bold"/>
              </a:rPr>
              <a:t>R</a:t>
            </a:r>
            <a:r>
              <a:rPr altLang="en-US" b="1" sz="4400" lang="en-US">
                <a:solidFill>
                  <a:srgbClr val="FF0066"/>
                </a:solidFill>
                <a:latin typeface="Arial MT Pro Bold"/>
                <a:ea typeface="Arial MT Pro Bold"/>
                <a:cs typeface="Arial MT Pro Bold"/>
                <a:sym typeface="Arial MT Pro Bold"/>
              </a:rPr>
              <a:t>C</a:t>
            </a:r>
            <a:r>
              <a:rPr altLang="en-US" b="1" sz="4400" lang="en-US">
                <a:solidFill>
                  <a:srgbClr val="FF0066"/>
                </a:solidFill>
                <a:latin typeface="Arial MT Pro Bold"/>
                <a:ea typeface="Arial MT Pro Bold"/>
                <a:cs typeface="Arial MT Pro Bold"/>
                <a:sym typeface="Arial MT Pro Bold"/>
              </a:rPr>
              <a:t>H</a:t>
            </a:r>
            <a:r>
              <a:rPr altLang="en-US" b="1" sz="4400" lang="en-US">
                <a:solidFill>
                  <a:srgbClr val="FF0066"/>
                </a:solidFill>
                <a:latin typeface="Arial MT Pro Bold"/>
                <a:ea typeface="Arial MT Pro Bold"/>
                <a:cs typeface="Arial MT Pro Bold"/>
                <a:sym typeface="Arial MT Pro Bold"/>
              </a:rPr>
              <a:t> </a:t>
            </a:r>
            <a:r>
              <a:rPr altLang="en-US" b="1" sz="4400" lang="en-US">
                <a:solidFill>
                  <a:srgbClr val="FF0066"/>
                </a:solidFill>
                <a:latin typeface="Arial MT Pro Bold"/>
                <a:ea typeface="Arial MT Pro Bold"/>
                <a:cs typeface="Arial MT Pro Bold"/>
                <a:sym typeface="Arial MT Pro Bold"/>
              </a:rPr>
              <a:t> </a:t>
            </a:r>
            <a:r>
              <a:rPr altLang="en-US" b="1" sz="4400" lang="en-US">
                <a:solidFill>
                  <a:srgbClr val="FF0066"/>
                </a:solidFill>
                <a:latin typeface="Arial MT Pro Bold"/>
                <a:ea typeface="Arial MT Pro Bold"/>
                <a:cs typeface="Arial MT Pro Bold"/>
                <a:sym typeface="Arial MT Pro Bold"/>
              </a:rPr>
              <a:t>S</a:t>
            </a:r>
            <a:r>
              <a:rPr altLang="en-US" b="1" sz="4400" lang="en-US">
                <a:solidFill>
                  <a:srgbClr val="FF0066"/>
                </a:solidFill>
                <a:latin typeface="Arial MT Pro Bold"/>
                <a:ea typeface="Arial MT Pro Bold"/>
                <a:cs typeface="Arial MT Pro Bold"/>
                <a:sym typeface="Arial MT Pro Bold"/>
              </a:rPr>
              <a:t>T</a:t>
            </a:r>
            <a:r>
              <a:rPr altLang="en-US" b="1" sz="4400" lang="en-US">
                <a:solidFill>
                  <a:srgbClr val="FF0066"/>
                </a:solidFill>
                <a:latin typeface="Arial MT Pro Bold"/>
                <a:ea typeface="Arial MT Pro Bold"/>
                <a:cs typeface="Arial MT Pro Bold"/>
                <a:sym typeface="Arial MT Pro Bold"/>
              </a:rPr>
              <a:t>U</a:t>
            </a:r>
            <a:r>
              <a:rPr altLang="en-US" b="1" sz="4400" lang="en-US">
                <a:solidFill>
                  <a:srgbClr val="FF0066"/>
                </a:solidFill>
                <a:latin typeface="Arial MT Pro Bold"/>
                <a:ea typeface="Arial MT Pro Bold"/>
                <a:cs typeface="Arial MT Pro Bold"/>
                <a:sym typeface="Arial MT Pro Bold"/>
              </a:rPr>
              <a:t>DENT </a:t>
            </a:r>
            <a:r>
              <a:rPr altLang="en-US" b="1" sz="4400" lang="en-US">
                <a:solidFill>
                  <a:srgbClr val="FF0066"/>
                </a:solidFill>
                <a:latin typeface="Arial MT Pro Bold"/>
                <a:ea typeface="Arial MT Pro Bold"/>
                <a:cs typeface="Arial MT Pro Bold"/>
                <a:sym typeface="Arial MT Pro Bold"/>
              </a:rPr>
              <a:t>MODULE </a:t>
            </a:r>
            <a:endParaRPr altLang="en-US" sz="4800" lang="zh-CN"/>
          </a:p>
          <a:p>
            <a:pPr algn="ctr">
              <a:lnSpc>
                <a:spcPts val="3600"/>
              </a:lnSpc>
            </a:pPr>
            <a:endParaRPr sz="3200"/>
          </a:p>
          <a:p>
            <a:pPr algn="ctr">
              <a:lnSpc>
                <a:spcPts val="3600"/>
              </a:lnSpc>
            </a:pPr>
            <a:endParaRPr altLang="en-US" lang="zh-CN"/>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92" name=""/>
        <p:cNvGrpSpPr/>
        <p:nvPr/>
      </p:nvGrpSpPr>
      <p:grpSpPr>
        <a:xfrm>
          <a:off x="0" y="0"/>
          <a:ext cx="0" cy="0"/>
          <a:chOff x="0" y="0"/>
          <a:chExt cx="0" cy="0"/>
        </a:xfrm>
      </p:grpSpPr>
      <p:sp>
        <p:nvSpPr>
          <p:cNvPr id="1048732" name="Freeform 6" descr="KRCE Tiruchirappalli : Admission 2024, Courses, Fees, Placement, Cut Off"/>
          <p:cNvSpPr/>
          <p:nvPr/>
        </p:nvSpPr>
        <p:spPr>
          <a:xfrm rot="0" flipH="0" flipV="0">
            <a:off x="15085220" y="500062"/>
            <a:ext cx="1828800" cy="1771650"/>
          </a:xfrm>
          <a:custGeom>
            <a:avLst/>
            <a:ahLst/>
            <a:rect l="l" t="t" r="r" b="b"/>
            <a:pathLst>
              <a:path w="1828800" h="1771650">
                <a:moveTo>
                  <a:pt x="0" y="0"/>
                </a:moveTo>
                <a:lnTo>
                  <a:pt x="1828800" y="0"/>
                </a:lnTo>
                <a:lnTo>
                  <a:pt x="1828800" y="1771650"/>
                </a:lnTo>
                <a:lnTo>
                  <a:pt x="0" y="1771650"/>
                </a:lnTo>
                <a:lnTo>
                  <a:pt x="0" y="0"/>
                </a:lnTo>
                <a:close/>
              </a:path>
            </a:pathLst>
          </a:custGeom>
          <a:blipFill>
            <a:blip xmlns:r="http://schemas.openxmlformats.org/officeDocument/2006/relationships" r:embed="rId1"/>
            <a:stretch>
              <a:fillRect l="0" t="0" r="0" b="0"/>
            </a:stretch>
          </a:blipFill>
        </p:spPr>
      </p:sp>
      <p:sp>
        <p:nvSpPr>
          <p:cNvPr id="1048733" name="Freeform 5"/>
          <p:cNvSpPr/>
          <p:nvPr/>
        </p:nvSpPr>
        <p:spPr>
          <a:xfrm rot="0" flipH="0" flipV="0">
            <a:off x="1247775" y="321469"/>
            <a:ext cx="1600200" cy="1585912"/>
          </a:xfrm>
          <a:custGeom>
            <a:avLst/>
            <a:ahLst/>
            <a:rect l="l" t="t" r="r" b="b"/>
            <a:pathLst>
              <a:path w="1600200" h="1585912">
                <a:moveTo>
                  <a:pt x="0" y="0"/>
                </a:moveTo>
                <a:lnTo>
                  <a:pt x="1600200" y="0"/>
                </a:lnTo>
                <a:lnTo>
                  <a:pt x="1600200" y="1585913"/>
                </a:lnTo>
                <a:lnTo>
                  <a:pt x="0" y="1585913"/>
                </a:lnTo>
                <a:lnTo>
                  <a:pt x="0" y="0"/>
                </a:lnTo>
                <a:close/>
              </a:path>
            </a:pathLst>
          </a:custGeom>
          <a:blipFill>
            <a:blip xmlns:r="http://schemas.openxmlformats.org/officeDocument/2006/relationships" r:embed="rId2"/>
            <a:stretch>
              <a:fillRect l="0" t="0" r="0" b="-115"/>
            </a:stretch>
          </a:blipFill>
        </p:spPr>
      </p:sp>
      <p:grpSp>
        <p:nvGrpSpPr>
          <p:cNvPr id="93" name="Group 10"/>
          <p:cNvGrpSpPr/>
          <p:nvPr/>
        </p:nvGrpSpPr>
        <p:grpSpPr>
          <a:xfrm rot="0">
            <a:off x="1028700" y="9258300"/>
            <a:ext cx="4264820" cy="821532"/>
            <a:chOff x="121900" y="60933"/>
            <a:chExt cx="5442626" cy="911778"/>
          </a:xfrm>
        </p:grpSpPr>
        <p:sp>
          <p:nvSpPr>
            <p:cNvPr id="1048734" name="Freeform 11"/>
            <p:cNvSpPr/>
            <p:nvPr/>
          </p:nvSpPr>
          <p:spPr>
            <a:xfrm rot="0" flipH="0" flipV="0">
              <a:off x="-121900" y="-60933"/>
              <a:ext cx="5686426" cy="1033645"/>
            </a:xfrm>
            <a:custGeom>
              <a:avLst/>
              <a:ahLst/>
              <a:rect l="l" t="t" r="r" b="b"/>
              <a:pathLst>
                <a:path w="5686426" h="1033645">
                  <a:moveTo>
                    <a:pt x="0" y="0"/>
                  </a:moveTo>
                  <a:lnTo>
                    <a:pt x="5686426" y="0"/>
                  </a:lnTo>
                  <a:lnTo>
                    <a:pt x="5686426" y="1033644"/>
                  </a:lnTo>
                  <a:lnTo>
                    <a:pt x="0" y="1033644"/>
                  </a:lnTo>
                  <a:close/>
                </a:path>
              </a:pathLst>
            </a:custGeom>
            <a:solidFill>
              <a:srgbClr val="000000">
                <a:alpha val="0"/>
              </a:srgbClr>
            </a:solidFill>
          </p:spPr>
        </p:sp>
        <p:sp>
          <p:nvSpPr>
            <p:cNvPr id="1048735" name="TextBox 12"/>
            <p:cNvSpPr txBox="1"/>
            <p:nvPr/>
          </p:nvSpPr>
          <p:spPr>
            <a:xfrm>
              <a:off x="121900" y="3783"/>
              <a:ext cx="5442626" cy="968928"/>
            </a:xfrm>
            <a:prstGeom prst="rect"/>
          </p:spPr>
          <p:txBody>
            <a:bodyPr anchor="ctr" bIns="0" lIns="0" rIns="0" rtlCol="0" tIns="0"/>
            <a:lstStyle>
              <a:defPPr>
                <a:defRPr lang="en-US"/>
              </a:defPPr>
              <a:lvl1pPr algn="l" defTabSz="914400" eaLnBrk="1" hangingPunct="1" latinLnBrk="0" marL="0" rtl="0">
                <a:defRPr sz="1800" kern="1200">
                  <a:solidFill>
                    <a:srgbClr val="000000"/>
                  </a:solidFill>
                  <a:latin typeface="+mn-lt"/>
                  <a:ea typeface="+mn-ea"/>
                  <a:cs typeface="+mn-cs"/>
                </a:defRPr>
              </a:lvl1pPr>
              <a:lvl2pPr algn="l" defTabSz="914400" eaLnBrk="1" hangingPunct="1" latinLnBrk="0" marL="457200" rtl="0">
                <a:defRPr sz="1800" kern="1200">
                  <a:solidFill>
                    <a:srgbClr val="000000"/>
                  </a:solidFill>
                  <a:latin typeface="+mn-lt"/>
                  <a:ea typeface="+mn-ea"/>
                  <a:cs typeface="+mn-cs"/>
                </a:defRPr>
              </a:lvl2pPr>
              <a:lvl3pPr algn="l" defTabSz="914400" eaLnBrk="1" hangingPunct="1" latinLnBrk="0" marL="914400" rtl="0">
                <a:defRPr sz="1800" kern="1200">
                  <a:solidFill>
                    <a:srgbClr val="000000"/>
                  </a:solidFill>
                  <a:latin typeface="+mn-lt"/>
                  <a:ea typeface="+mn-ea"/>
                  <a:cs typeface="+mn-cs"/>
                </a:defRPr>
              </a:lvl3pPr>
              <a:lvl4pPr algn="l" defTabSz="914400" eaLnBrk="1" hangingPunct="1" latinLnBrk="0" marL="1371600" rtl="0">
                <a:defRPr sz="1800" kern="1200">
                  <a:solidFill>
                    <a:srgbClr val="000000"/>
                  </a:solidFill>
                  <a:latin typeface="+mn-lt"/>
                  <a:ea typeface="+mn-ea"/>
                  <a:cs typeface="+mn-cs"/>
                </a:defRPr>
              </a:lvl4pPr>
              <a:lvl5pPr algn="l" defTabSz="914400" eaLnBrk="1" hangingPunct="1" latinLnBrk="0" marL="1828800" rtl="0">
                <a:defRPr sz="1800" kern="1200">
                  <a:solidFill>
                    <a:srgbClr val="000000"/>
                  </a:solidFill>
                  <a:latin typeface="+mn-lt"/>
                  <a:ea typeface="+mn-ea"/>
                  <a:cs typeface="+mn-cs"/>
                </a:defRPr>
              </a:lvl5pPr>
              <a:lvl6pPr algn="l" defTabSz="914400" eaLnBrk="1" hangingPunct="1" latinLnBrk="0" marL="2286000" rtl="0">
                <a:defRPr sz="1800" kern="1200">
                  <a:solidFill>
                    <a:srgbClr val="000000"/>
                  </a:solidFill>
                  <a:latin typeface="+mn-lt"/>
                  <a:ea typeface="+mn-ea"/>
                  <a:cs typeface="+mn-cs"/>
                </a:defRPr>
              </a:lvl6pPr>
              <a:lvl7pPr algn="l" defTabSz="914400" eaLnBrk="1" hangingPunct="1" latinLnBrk="0" marL="2743200" rtl="0">
                <a:defRPr sz="1800" kern="1200">
                  <a:solidFill>
                    <a:srgbClr val="000000"/>
                  </a:solidFill>
                  <a:latin typeface="+mn-lt"/>
                  <a:ea typeface="+mn-ea"/>
                  <a:cs typeface="+mn-cs"/>
                </a:defRPr>
              </a:lvl7pPr>
              <a:lvl8pPr algn="l" defTabSz="914400" eaLnBrk="1" hangingPunct="1" latinLnBrk="0" marL="3200400" rtl="0">
                <a:defRPr sz="1800" kern="1200">
                  <a:solidFill>
                    <a:srgbClr val="000000"/>
                  </a:solidFill>
                  <a:latin typeface="+mn-lt"/>
                  <a:ea typeface="+mn-ea"/>
                  <a:cs typeface="+mn-cs"/>
                </a:defRPr>
              </a:lvl8pPr>
              <a:lvl9pPr algn="l" defTabSz="914400" eaLnBrk="1" hangingPunct="1" latinLnBrk="0" marL="3657600" rtl="0">
                <a:defRPr sz="1800" kern="1200">
                  <a:solidFill>
                    <a:srgbClr val="000000"/>
                  </a:solidFill>
                  <a:latin typeface="+mn-lt"/>
                  <a:ea typeface="+mn-ea"/>
                  <a:cs typeface="+mn-cs"/>
                </a:defRPr>
              </a:lvl9pPr>
            </a:lstStyle>
            <a:p>
              <a:pPr algn="l">
                <a:lnSpc>
                  <a:spcPts val="2879"/>
                </a:lnSpc>
              </a:pPr>
              <a:r>
                <a:rPr sz="2399" lang="en-US">
                  <a:solidFill>
                    <a:srgbClr val="8B8B8B"/>
                  </a:solidFill>
                  <a:latin typeface="Calibri (MS)"/>
                  <a:ea typeface="Calibri (MS)"/>
                  <a:cs typeface="Calibri (MS)"/>
                  <a:sym typeface="Calibri (MS)"/>
                </a:rPr>
                <a:t>2</a:t>
              </a:r>
              <a:r>
                <a:rPr sz="2399" lang="en-US">
                  <a:solidFill>
                    <a:srgbClr val="8B8B8B"/>
                  </a:solidFill>
                  <a:latin typeface="Calibri (MS)"/>
                  <a:ea typeface="Calibri (MS)"/>
                  <a:cs typeface="Calibri (MS)"/>
                  <a:sym typeface="Calibri (MS)"/>
                </a:rPr>
                <a:t>7</a:t>
              </a:r>
              <a:r>
                <a:rPr sz="2399" lang="en-US">
                  <a:solidFill>
                    <a:srgbClr val="8B8B8B"/>
                  </a:solidFill>
                  <a:latin typeface="Calibri (MS)"/>
                  <a:ea typeface="Calibri (MS)"/>
                  <a:cs typeface="Calibri (MS)"/>
                  <a:sym typeface="Calibri (MS)"/>
                </a:rPr>
                <a:t>/</a:t>
              </a:r>
              <a:r>
                <a:rPr sz="2399" lang="en-US">
                  <a:solidFill>
                    <a:srgbClr val="8B8B8B"/>
                  </a:solidFill>
                  <a:latin typeface="Calibri (MS)"/>
                  <a:ea typeface="Calibri (MS)"/>
                  <a:cs typeface="Calibri (MS)"/>
                  <a:sym typeface="Calibri (MS)"/>
                </a:rPr>
                <a:t>0</a:t>
              </a:r>
              <a:r>
                <a:rPr sz="2399" lang="en-US">
                  <a:solidFill>
                    <a:srgbClr val="8B8B8B"/>
                  </a:solidFill>
                  <a:latin typeface="Calibri (MS)"/>
                  <a:ea typeface="Calibri (MS)"/>
                  <a:cs typeface="Calibri (MS)"/>
                  <a:sym typeface="Calibri (MS)"/>
                </a:rPr>
                <a:t>2</a:t>
              </a:r>
              <a:r>
                <a:rPr sz="2399" lang="en-US">
                  <a:solidFill>
                    <a:srgbClr val="8B8B8B"/>
                  </a:solidFill>
                  <a:latin typeface="Calibri (MS)"/>
                  <a:ea typeface="Calibri (MS)"/>
                  <a:cs typeface="Calibri (MS)"/>
                  <a:sym typeface="Calibri (MS)"/>
                </a:rPr>
                <a:t>/</a:t>
              </a:r>
              <a:r>
                <a:rPr sz="2399" lang="en-US">
                  <a:solidFill>
                    <a:srgbClr val="8B8B8B"/>
                  </a:solidFill>
                  <a:latin typeface="Calibri (MS)"/>
                  <a:ea typeface="Calibri (MS)"/>
                  <a:cs typeface="Calibri (MS)"/>
                  <a:sym typeface="Calibri (MS)"/>
                </a:rPr>
                <a:t>2</a:t>
              </a:r>
              <a:r>
                <a:rPr sz="2399" lang="en-US">
                  <a:solidFill>
                    <a:srgbClr val="8B8B8B"/>
                  </a:solidFill>
                  <a:latin typeface="Calibri (MS)"/>
                  <a:ea typeface="Calibri (MS)"/>
                  <a:cs typeface="Calibri (MS)"/>
                  <a:sym typeface="Calibri (MS)"/>
                </a:rPr>
                <a:t>0</a:t>
              </a:r>
              <a:r>
                <a:rPr sz="2399" lang="en-US">
                  <a:solidFill>
                    <a:srgbClr val="8B8B8B"/>
                  </a:solidFill>
                  <a:latin typeface="Calibri (MS)"/>
                  <a:ea typeface="Calibri (MS)"/>
                  <a:cs typeface="Calibri (MS)"/>
                  <a:sym typeface="Calibri (MS)"/>
                </a:rPr>
                <a:t>2</a:t>
              </a:r>
              <a:r>
                <a:rPr sz="2399" lang="en-US">
                  <a:solidFill>
                    <a:srgbClr val="8B8B8B"/>
                  </a:solidFill>
                  <a:latin typeface="Calibri (MS)"/>
                  <a:ea typeface="Calibri (MS)"/>
                  <a:cs typeface="Calibri (MS)"/>
                  <a:sym typeface="Calibri (MS)"/>
                </a:rPr>
                <a:t>6</a:t>
              </a:r>
              <a:endParaRPr altLang="en-US" lang="zh-CN"/>
            </a:p>
          </p:txBody>
        </p:sp>
      </p:grpSp>
      <p:sp>
        <p:nvSpPr>
          <p:cNvPr id="1048736" name=""/>
          <p:cNvSpPr txBox="1"/>
          <p:nvPr/>
        </p:nvSpPr>
        <p:spPr>
          <a:xfrm>
            <a:off x="3065589" y="2993320"/>
            <a:ext cx="13156244" cy="5692140"/>
          </a:xfrm>
          <a:prstGeom prst="rect"/>
        </p:spPr>
        <p:txBody>
          <a:bodyPr rtlCol="0" wrap="square">
            <a:spAutoFit/>
          </a:bodyPr>
          <a:p>
            <a:r>
              <a:rPr altLang="ta-IN" sz="5400" lang="en-US">
                <a:solidFill>
                  <a:srgbClr val="000000"/>
                </a:solidFill>
              </a:rPr>
              <a:t>The Display Student Module is used to show all student records stored in the system. It goes through the linked list and displays details like Student ID, Name, Department, and Marks. This module helps to view all student information easily and keeps data organized.</a:t>
            </a:r>
            <a:endParaRPr sz="2800" lang="en-US">
              <a:solidFill>
                <a:srgbClr val="000000"/>
              </a:solidFill>
            </a:endParaRPr>
          </a:p>
        </p:txBody>
      </p:sp>
      <p:sp>
        <p:nvSpPr>
          <p:cNvPr id="1048737" name="TextBox 5"/>
          <p:cNvSpPr txBox="1"/>
          <p:nvPr/>
        </p:nvSpPr>
        <p:spPr>
          <a:xfrm rot="0" flipH="0" flipV="0">
            <a:off x="3065589" y="1112272"/>
            <a:ext cx="12656344" cy="1881048"/>
          </a:xfrm>
          <a:prstGeom prst="rect"/>
        </p:spPr>
        <p:txBody>
          <a:bodyPr anchor="t" bIns="0" lIns="0" rIns="0" rtlCol="0" tIns="0"/>
          <a:lstStyle>
            <a:defPPr>
              <a:defRPr lang="en-US"/>
            </a:defPPr>
            <a:lvl1pPr algn="l" defTabSz="914400" eaLnBrk="1" hangingPunct="1" latinLnBrk="0" marL="0" rtl="0">
              <a:defRPr sz="1800" kern="1200">
                <a:solidFill>
                  <a:srgbClr val="000000"/>
                </a:solidFill>
                <a:latin typeface="+mn-lt"/>
                <a:ea typeface="+mn-ea"/>
                <a:cs typeface="+mn-cs"/>
              </a:defRPr>
            </a:lvl1pPr>
            <a:lvl2pPr algn="l" defTabSz="914400" eaLnBrk="1" hangingPunct="1" latinLnBrk="0" marL="457200" rtl="0">
              <a:defRPr sz="1800" kern="1200">
                <a:solidFill>
                  <a:srgbClr val="000000"/>
                </a:solidFill>
                <a:latin typeface="+mn-lt"/>
                <a:ea typeface="+mn-ea"/>
                <a:cs typeface="+mn-cs"/>
              </a:defRPr>
            </a:lvl2pPr>
            <a:lvl3pPr algn="l" defTabSz="914400" eaLnBrk="1" hangingPunct="1" latinLnBrk="0" marL="914400" rtl="0">
              <a:defRPr sz="1800" kern="1200">
                <a:solidFill>
                  <a:srgbClr val="000000"/>
                </a:solidFill>
                <a:latin typeface="+mn-lt"/>
                <a:ea typeface="+mn-ea"/>
                <a:cs typeface="+mn-cs"/>
              </a:defRPr>
            </a:lvl3pPr>
            <a:lvl4pPr algn="l" defTabSz="914400" eaLnBrk="1" hangingPunct="1" latinLnBrk="0" marL="1371600" rtl="0">
              <a:defRPr sz="1800" kern="1200">
                <a:solidFill>
                  <a:srgbClr val="000000"/>
                </a:solidFill>
                <a:latin typeface="+mn-lt"/>
                <a:ea typeface="+mn-ea"/>
                <a:cs typeface="+mn-cs"/>
              </a:defRPr>
            </a:lvl4pPr>
            <a:lvl5pPr algn="l" defTabSz="914400" eaLnBrk="1" hangingPunct="1" latinLnBrk="0" marL="1828800" rtl="0">
              <a:defRPr sz="1800" kern="1200">
                <a:solidFill>
                  <a:srgbClr val="000000"/>
                </a:solidFill>
                <a:latin typeface="+mn-lt"/>
                <a:ea typeface="+mn-ea"/>
                <a:cs typeface="+mn-cs"/>
              </a:defRPr>
            </a:lvl5pPr>
            <a:lvl6pPr algn="l" defTabSz="914400" eaLnBrk="1" hangingPunct="1" latinLnBrk="0" marL="2286000" rtl="0">
              <a:defRPr sz="1800" kern="1200">
                <a:solidFill>
                  <a:srgbClr val="000000"/>
                </a:solidFill>
                <a:latin typeface="+mn-lt"/>
                <a:ea typeface="+mn-ea"/>
                <a:cs typeface="+mn-cs"/>
              </a:defRPr>
            </a:lvl6pPr>
            <a:lvl7pPr algn="l" defTabSz="914400" eaLnBrk="1" hangingPunct="1" latinLnBrk="0" marL="2743200" rtl="0">
              <a:defRPr sz="1800" kern="1200">
                <a:solidFill>
                  <a:srgbClr val="000000"/>
                </a:solidFill>
                <a:latin typeface="+mn-lt"/>
                <a:ea typeface="+mn-ea"/>
                <a:cs typeface="+mn-cs"/>
              </a:defRPr>
            </a:lvl7pPr>
            <a:lvl8pPr algn="l" defTabSz="914400" eaLnBrk="1" hangingPunct="1" latinLnBrk="0" marL="3200400" rtl="0">
              <a:defRPr sz="1800" kern="1200">
                <a:solidFill>
                  <a:srgbClr val="000000"/>
                </a:solidFill>
                <a:latin typeface="+mn-lt"/>
                <a:ea typeface="+mn-ea"/>
                <a:cs typeface="+mn-cs"/>
              </a:defRPr>
            </a:lvl8pPr>
            <a:lvl9pPr algn="l" defTabSz="914400" eaLnBrk="1" hangingPunct="1" latinLnBrk="0" marL="3657600" rtl="0">
              <a:defRPr sz="1800" kern="1200">
                <a:solidFill>
                  <a:srgbClr val="000000"/>
                </a:solidFill>
                <a:latin typeface="+mn-lt"/>
                <a:ea typeface="+mn-ea"/>
                <a:cs typeface="+mn-cs"/>
              </a:defRPr>
            </a:lvl9pPr>
          </a:lstStyle>
          <a:p>
            <a:pPr algn="ctr">
              <a:lnSpc>
                <a:spcPts val="5400"/>
              </a:lnSpc>
            </a:pPr>
            <a:r>
              <a:rPr altLang="en-US" b="1" sz="4000" lang="en-US">
                <a:solidFill>
                  <a:srgbClr val="FF0066"/>
                </a:solidFill>
                <a:latin typeface="Arial MT Pro Bold"/>
                <a:ea typeface="Arial MT Pro Bold"/>
                <a:cs typeface="Arial MT Pro Bold"/>
                <a:sym typeface="Arial MT Pro Bold"/>
              </a:rPr>
              <a:t>M</a:t>
            </a:r>
            <a:r>
              <a:rPr altLang="en-US" b="1" sz="4000" lang="en-US">
                <a:solidFill>
                  <a:srgbClr val="FF0066"/>
                </a:solidFill>
                <a:latin typeface="Arial MT Pro Bold"/>
                <a:ea typeface="Arial MT Pro Bold"/>
                <a:cs typeface="Arial MT Pro Bold"/>
                <a:sym typeface="Arial MT Pro Bold"/>
              </a:rPr>
              <a:t>O</a:t>
            </a:r>
            <a:r>
              <a:rPr altLang="en-US" b="1" sz="4000" lang="en-US">
                <a:solidFill>
                  <a:srgbClr val="FF0066"/>
                </a:solidFill>
                <a:latin typeface="Arial MT Pro Bold"/>
                <a:ea typeface="Arial MT Pro Bold"/>
                <a:cs typeface="Arial MT Pro Bold"/>
                <a:sym typeface="Arial MT Pro Bold"/>
              </a:rPr>
              <a:t>D</a:t>
            </a:r>
            <a:r>
              <a:rPr altLang="en-US" b="1" sz="4000" lang="en-US">
                <a:solidFill>
                  <a:srgbClr val="FF0066"/>
                </a:solidFill>
                <a:latin typeface="Arial MT Pro Bold"/>
                <a:ea typeface="Arial MT Pro Bold"/>
                <a:cs typeface="Arial MT Pro Bold"/>
                <a:sym typeface="Arial MT Pro Bold"/>
              </a:rPr>
              <a:t>U</a:t>
            </a:r>
            <a:r>
              <a:rPr altLang="en-US" b="1" sz="4000" lang="en-US">
                <a:solidFill>
                  <a:srgbClr val="FF0066"/>
                </a:solidFill>
                <a:latin typeface="Arial MT Pro Bold"/>
                <a:ea typeface="Arial MT Pro Bold"/>
                <a:cs typeface="Arial MT Pro Bold"/>
                <a:sym typeface="Arial MT Pro Bold"/>
              </a:rPr>
              <a:t>L</a:t>
            </a:r>
            <a:r>
              <a:rPr altLang="en-US" b="1" sz="4000" lang="en-US">
                <a:solidFill>
                  <a:srgbClr val="FF0066"/>
                </a:solidFill>
                <a:latin typeface="Arial MT Pro Bold"/>
                <a:ea typeface="Arial MT Pro Bold"/>
                <a:cs typeface="Arial MT Pro Bold"/>
                <a:sym typeface="Arial MT Pro Bold"/>
              </a:rPr>
              <a:t>E</a:t>
            </a:r>
            <a:r>
              <a:rPr altLang="en-US" b="1" sz="4000" lang="en-US">
                <a:solidFill>
                  <a:srgbClr val="FF0066"/>
                </a:solidFill>
                <a:latin typeface="Arial MT Pro Bold"/>
                <a:ea typeface="Arial MT Pro Bold"/>
                <a:cs typeface="Arial MT Pro Bold"/>
                <a:sym typeface="Arial MT Pro Bold"/>
              </a:rPr>
              <a:t> </a:t>
            </a:r>
            <a:r>
              <a:rPr altLang="en-US" b="1" sz="4000" lang="en-US">
                <a:solidFill>
                  <a:srgbClr val="FF0066"/>
                </a:solidFill>
                <a:latin typeface="Arial MT Pro Bold"/>
                <a:ea typeface="Arial MT Pro Bold"/>
                <a:cs typeface="Arial MT Pro Bold"/>
                <a:sym typeface="Arial MT Pro Bold"/>
              </a:rPr>
              <a:t>5</a:t>
            </a:r>
            <a:r>
              <a:rPr altLang="en-US" b="1" sz="4000" lang="en-US">
                <a:solidFill>
                  <a:srgbClr val="FF0066"/>
                </a:solidFill>
                <a:latin typeface="Arial MT Pro Bold"/>
                <a:ea typeface="Arial MT Pro Bold"/>
                <a:cs typeface="Arial MT Pro Bold"/>
                <a:sym typeface="Arial MT Pro Bold"/>
              </a:rPr>
              <a:t>:</a:t>
            </a:r>
            <a:r>
              <a:rPr altLang="en-US" b="1" sz="4000" lang="en-US">
                <a:solidFill>
                  <a:srgbClr val="FF0066"/>
                </a:solidFill>
                <a:latin typeface="Arial MT Pro Bold"/>
                <a:ea typeface="Arial MT Pro Bold"/>
                <a:cs typeface="Arial MT Pro Bold"/>
                <a:sym typeface="Arial MT Pro Bold"/>
              </a:rPr>
              <a:t> </a:t>
            </a:r>
            <a:r>
              <a:rPr altLang="en-US" b="1" sz="4000" lang="en-US">
                <a:solidFill>
                  <a:srgbClr val="FF0066"/>
                </a:solidFill>
                <a:latin typeface="Arial MT Pro Bold"/>
                <a:ea typeface="Arial MT Pro Bold"/>
                <a:cs typeface="Arial MT Pro Bold"/>
                <a:sym typeface="Arial MT Pro Bold"/>
              </a:rPr>
              <a:t>D</a:t>
            </a:r>
            <a:r>
              <a:rPr altLang="en-US" b="1" sz="4000" lang="en-US">
                <a:solidFill>
                  <a:srgbClr val="FF0066"/>
                </a:solidFill>
                <a:latin typeface="Arial MT Pro Bold"/>
                <a:ea typeface="Arial MT Pro Bold"/>
                <a:cs typeface="Arial MT Pro Bold"/>
                <a:sym typeface="Arial MT Pro Bold"/>
              </a:rPr>
              <a:t>I</a:t>
            </a:r>
            <a:r>
              <a:rPr altLang="en-US" b="1" sz="4000" lang="en-US">
                <a:solidFill>
                  <a:srgbClr val="FF0066"/>
                </a:solidFill>
                <a:latin typeface="Arial MT Pro Bold"/>
                <a:ea typeface="Arial MT Pro Bold"/>
                <a:cs typeface="Arial MT Pro Bold"/>
                <a:sym typeface="Arial MT Pro Bold"/>
              </a:rPr>
              <a:t>S</a:t>
            </a:r>
            <a:r>
              <a:rPr altLang="en-US" b="1" sz="4000" lang="en-US">
                <a:solidFill>
                  <a:srgbClr val="FF0066"/>
                </a:solidFill>
                <a:latin typeface="Arial MT Pro Bold"/>
                <a:ea typeface="Arial MT Pro Bold"/>
                <a:cs typeface="Arial MT Pro Bold"/>
                <a:sym typeface="Arial MT Pro Bold"/>
              </a:rPr>
              <a:t>P</a:t>
            </a:r>
            <a:r>
              <a:rPr altLang="en-US" b="1" sz="4000" lang="en-US">
                <a:solidFill>
                  <a:srgbClr val="FF0066"/>
                </a:solidFill>
                <a:latin typeface="Arial MT Pro Bold"/>
                <a:ea typeface="Arial MT Pro Bold"/>
                <a:cs typeface="Arial MT Pro Bold"/>
                <a:sym typeface="Arial MT Pro Bold"/>
              </a:rPr>
              <a:t>L</a:t>
            </a:r>
            <a:r>
              <a:rPr altLang="en-US" b="1" sz="4000" lang="en-US">
                <a:solidFill>
                  <a:srgbClr val="FF0066"/>
                </a:solidFill>
                <a:latin typeface="Arial MT Pro Bold"/>
                <a:ea typeface="Arial MT Pro Bold"/>
                <a:cs typeface="Arial MT Pro Bold"/>
                <a:sym typeface="Arial MT Pro Bold"/>
              </a:rPr>
              <a:t>AY </a:t>
            </a:r>
            <a:r>
              <a:rPr altLang="en-US" b="1" sz="4000" lang="en-US">
                <a:solidFill>
                  <a:srgbClr val="FF0066"/>
                </a:solidFill>
                <a:latin typeface="Arial MT Pro Bold"/>
                <a:ea typeface="Arial MT Pro Bold"/>
                <a:cs typeface="Arial MT Pro Bold"/>
                <a:sym typeface="Arial MT Pro Bold"/>
              </a:rPr>
              <a:t>S</a:t>
            </a:r>
            <a:r>
              <a:rPr altLang="en-US" b="1" sz="4000" lang="en-US">
                <a:solidFill>
                  <a:srgbClr val="FF0066"/>
                </a:solidFill>
                <a:latin typeface="Arial MT Pro Bold"/>
                <a:ea typeface="Arial MT Pro Bold"/>
                <a:cs typeface="Arial MT Pro Bold"/>
                <a:sym typeface="Arial MT Pro Bold"/>
              </a:rPr>
              <a:t>T</a:t>
            </a:r>
            <a:r>
              <a:rPr altLang="en-US" b="1" sz="4000" lang="en-US">
                <a:solidFill>
                  <a:srgbClr val="FF0066"/>
                </a:solidFill>
                <a:latin typeface="Arial MT Pro Bold"/>
                <a:ea typeface="Arial MT Pro Bold"/>
                <a:cs typeface="Arial MT Pro Bold"/>
                <a:sym typeface="Arial MT Pro Bold"/>
              </a:rPr>
              <a:t>U</a:t>
            </a:r>
            <a:r>
              <a:rPr altLang="en-US" b="1" sz="4000" lang="en-US">
                <a:solidFill>
                  <a:srgbClr val="FF0066"/>
                </a:solidFill>
                <a:latin typeface="Arial MT Pro Bold"/>
                <a:ea typeface="Arial MT Pro Bold"/>
                <a:cs typeface="Arial MT Pro Bold"/>
                <a:sym typeface="Arial MT Pro Bold"/>
              </a:rPr>
              <a:t>DENT </a:t>
            </a:r>
            <a:r>
              <a:rPr altLang="en-US" b="1" sz="4000" lang="en-US">
                <a:solidFill>
                  <a:srgbClr val="FF0066"/>
                </a:solidFill>
                <a:latin typeface="Arial MT Pro Bold"/>
                <a:ea typeface="Arial MT Pro Bold"/>
                <a:cs typeface="Arial MT Pro Bold"/>
                <a:sym typeface="Arial MT Pro Bold"/>
              </a:rPr>
              <a:t> </a:t>
            </a:r>
            <a:r>
              <a:rPr altLang="en-US" b="1" sz="4000" lang="en-US">
                <a:solidFill>
                  <a:srgbClr val="FF0066"/>
                </a:solidFill>
                <a:latin typeface="Arial MT Pro Bold"/>
                <a:ea typeface="Arial MT Pro Bold"/>
                <a:cs typeface="Arial MT Pro Bold"/>
                <a:sym typeface="Arial MT Pro Bold"/>
              </a:rPr>
              <a:t>MODULE </a:t>
            </a:r>
            <a:endParaRPr altLang="en-US" sz="4400" lang="zh-CN"/>
          </a:p>
          <a:p>
            <a:pPr algn="ctr">
              <a:lnSpc>
                <a:spcPts val="3600"/>
              </a:lnSpc>
            </a:pPr>
            <a:endParaRPr sz="2800"/>
          </a:p>
          <a:p>
            <a:pPr algn="ctr">
              <a:lnSpc>
                <a:spcPts val="3600"/>
              </a:lnSpc>
            </a:pPr>
            <a:endParaRPr altLang="en-US" lang="zh-CN"/>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94" name=""/>
        <p:cNvGrpSpPr/>
        <p:nvPr/>
      </p:nvGrpSpPr>
      <p:grpSpPr>
        <a:xfrm>
          <a:off x="0" y="0"/>
          <a:ext cx="0" cy="0"/>
          <a:chOff x="0" y="0"/>
          <a:chExt cx="0" cy="0"/>
        </a:xfrm>
      </p:grpSpPr>
      <p:pic>
        <p:nvPicPr>
          <p:cNvPr id="2097153" name=""/>
          <p:cNvPicPr>
            <a:picLocks/>
          </p:cNvPicPr>
          <p:nvPr/>
        </p:nvPicPr>
        <p:blipFill>
          <a:blip xmlns:r="http://schemas.openxmlformats.org/officeDocument/2006/relationships" r:embed="rId1"/>
          <a:stretch>
            <a:fillRect/>
          </a:stretch>
        </p:blipFill>
        <p:spPr>
          <a:xfrm rot="0">
            <a:off x="5007198" y="1610622"/>
            <a:ext cx="9150941" cy="8334066"/>
          </a:xfrm>
          <a:prstGeom prst="rect"/>
        </p:spPr>
      </p:pic>
      <p:sp>
        <p:nvSpPr>
          <p:cNvPr id="1048738" name="Freeform 6" descr="KRCE Tiruchirappalli : Admission 2024, Courses, Fees, Placement, Cut Off"/>
          <p:cNvSpPr/>
          <p:nvPr/>
        </p:nvSpPr>
        <p:spPr>
          <a:xfrm rot="0" flipH="0" flipV="0">
            <a:off x="15085220" y="500062"/>
            <a:ext cx="1828800" cy="1771650"/>
          </a:xfrm>
          <a:custGeom>
            <a:avLst/>
            <a:ahLst/>
            <a:rect l="l" t="t" r="r" b="b"/>
            <a:pathLst>
              <a:path w="1828800" h="1771650">
                <a:moveTo>
                  <a:pt x="0" y="0"/>
                </a:moveTo>
                <a:lnTo>
                  <a:pt x="1828800" y="0"/>
                </a:lnTo>
                <a:lnTo>
                  <a:pt x="1828800" y="1771650"/>
                </a:lnTo>
                <a:lnTo>
                  <a:pt x="0" y="1771650"/>
                </a:lnTo>
                <a:lnTo>
                  <a:pt x="0" y="0"/>
                </a:lnTo>
                <a:close/>
              </a:path>
            </a:pathLst>
          </a:custGeom>
          <a:blipFill>
            <a:blip xmlns:r="http://schemas.openxmlformats.org/officeDocument/2006/relationships" r:embed="rId2"/>
            <a:stretch>
              <a:fillRect l="0" t="0" r="0" b="0"/>
            </a:stretch>
          </a:blipFill>
        </p:spPr>
      </p:sp>
      <p:sp>
        <p:nvSpPr>
          <p:cNvPr id="1048739" name="Freeform 5"/>
          <p:cNvSpPr/>
          <p:nvPr/>
        </p:nvSpPr>
        <p:spPr>
          <a:xfrm rot="0" flipH="0" flipV="0">
            <a:off x="1247775" y="321469"/>
            <a:ext cx="1600200" cy="1585912"/>
          </a:xfrm>
          <a:custGeom>
            <a:avLst/>
            <a:ahLst/>
            <a:rect l="l" t="t" r="r" b="b"/>
            <a:pathLst>
              <a:path w="1600200" h="1585912">
                <a:moveTo>
                  <a:pt x="0" y="0"/>
                </a:moveTo>
                <a:lnTo>
                  <a:pt x="1600200" y="0"/>
                </a:lnTo>
                <a:lnTo>
                  <a:pt x="1600200" y="1585913"/>
                </a:lnTo>
                <a:lnTo>
                  <a:pt x="0" y="1585913"/>
                </a:lnTo>
                <a:lnTo>
                  <a:pt x="0" y="0"/>
                </a:lnTo>
                <a:close/>
              </a:path>
            </a:pathLst>
          </a:custGeom>
          <a:blipFill>
            <a:blip xmlns:r="http://schemas.openxmlformats.org/officeDocument/2006/relationships" r:embed="rId3"/>
            <a:stretch>
              <a:fillRect l="0" t="0" r="0" b="-115"/>
            </a:stretch>
          </a:blipFill>
        </p:spPr>
      </p:sp>
      <p:sp>
        <p:nvSpPr>
          <p:cNvPr id="1048740" name="TextBox 5"/>
          <p:cNvSpPr txBox="1"/>
          <p:nvPr/>
        </p:nvSpPr>
        <p:spPr>
          <a:xfrm rot="0" flipH="0" flipV="0">
            <a:off x="3254496" y="670098"/>
            <a:ext cx="12656344" cy="1881048"/>
          </a:xfrm>
          <a:prstGeom prst="rect"/>
        </p:spPr>
        <p:txBody>
          <a:bodyPr anchor="t" bIns="0" lIns="0" rIns="0" rtlCol="0" tIns="0"/>
          <a:lstStyle>
            <a:defPPr>
              <a:defRPr lang="en-US"/>
            </a:defPPr>
            <a:lvl1pPr algn="l" defTabSz="914400" eaLnBrk="1" hangingPunct="1" latinLnBrk="0" marL="0" rtl="0">
              <a:defRPr sz="1800" kern="1200">
                <a:solidFill>
                  <a:srgbClr val="000000"/>
                </a:solidFill>
                <a:latin typeface="+mn-lt"/>
                <a:ea typeface="+mn-ea"/>
                <a:cs typeface="+mn-cs"/>
              </a:defRPr>
            </a:lvl1pPr>
            <a:lvl2pPr algn="l" defTabSz="914400" eaLnBrk="1" hangingPunct="1" latinLnBrk="0" marL="457200" rtl="0">
              <a:defRPr sz="1800" kern="1200">
                <a:solidFill>
                  <a:srgbClr val="000000"/>
                </a:solidFill>
                <a:latin typeface="+mn-lt"/>
                <a:ea typeface="+mn-ea"/>
                <a:cs typeface="+mn-cs"/>
              </a:defRPr>
            </a:lvl2pPr>
            <a:lvl3pPr algn="l" defTabSz="914400" eaLnBrk="1" hangingPunct="1" latinLnBrk="0" marL="914400" rtl="0">
              <a:defRPr sz="1800" kern="1200">
                <a:solidFill>
                  <a:srgbClr val="000000"/>
                </a:solidFill>
                <a:latin typeface="+mn-lt"/>
                <a:ea typeface="+mn-ea"/>
                <a:cs typeface="+mn-cs"/>
              </a:defRPr>
            </a:lvl3pPr>
            <a:lvl4pPr algn="l" defTabSz="914400" eaLnBrk="1" hangingPunct="1" latinLnBrk="0" marL="1371600" rtl="0">
              <a:defRPr sz="1800" kern="1200">
                <a:solidFill>
                  <a:srgbClr val="000000"/>
                </a:solidFill>
                <a:latin typeface="+mn-lt"/>
                <a:ea typeface="+mn-ea"/>
                <a:cs typeface="+mn-cs"/>
              </a:defRPr>
            </a:lvl4pPr>
            <a:lvl5pPr algn="l" defTabSz="914400" eaLnBrk="1" hangingPunct="1" latinLnBrk="0" marL="1828800" rtl="0">
              <a:defRPr sz="1800" kern="1200">
                <a:solidFill>
                  <a:srgbClr val="000000"/>
                </a:solidFill>
                <a:latin typeface="+mn-lt"/>
                <a:ea typeface="+mn-ea"/>
                <a:cs typeface="+mn-cs"/>
              </a:defRPr>
            </a:lvl5pPr>
            <a:lvl6pPr algn="l" defTabSz="914400" eaLnBrk="1" hangingPunct="1" latinLnBrk="0" marL="2286000" rtl="0">
              <a:defRPr sz="1800" kern="1200">
                <a:solidFill>
                  <a:srgbClr val="000000"/>
                </a:solidFill>
                <a:latin typeface="+mn-lt"/>
                <a:ea typeface="+mn-ea"/>
                <a:cs typeface="+mn-cs"/>
              </a:defRPr>
            </a:lvl6pPr>
            <a:lvl7pPr algn="l" defTabSz="914400" eaLnBrk="1" hangingPunct="1" latinLnBrk="0" marL="2743200" rtl="0">
              <a:defRPr sz="1800" kern="1200">
                <a:solidFill>
                  <a:srgbClr val="000000"/>
                </a:solidFill>
                <a:latin typeface="+mn-lt"/>
                <a:ea typeface="+mn-ea"/>
                <a:cs typeface="+mn-cs"/>
              </a:defRPr>
            </a:lvl7pPr>
            <a:lvl8pPr algn="l" defTabSz="914400" eaLnBrk="1" hangingPunct="1" latinLnBrk="0" marL="3200400" rtl="0">
              <a:defRPr sz="1800" kern="1200">
                <a:solidFill>
                  <a:srgbClr val="000000"/>
                </a:solidFill>
                <a:latin typeface="+mn-lt"/>
                <a:ea typeface="+mn-ea"/>
                <a:cs typeface="+mn-cs"/>
              </a:defRPr>
            </a:lvl8pPr>
            <a:lvl9pPr algn="l" defTabSz="914400" eaLnBrk="1" hangingPunct="1" latinLnBrk="0" marL="3657600" rtl="0">
              <a:defRPr sz="1800" kern="1200">
                <a:solidFill>
                  <a:srgbClr val="000000"/>
                </a:solidFill>
                <a:latin typeface="+mn-lt"/>
                <a:ea typeface="+mn-ea"/>
                <a:cs typeface="+mn-cs"/>
              </a:defRPr>
            </a:lvl9pPr>
          </a:lstStyle>
          <a:p>
            <a:pPr algn="ctr">
              <a:lnSpc>
                <a:spcPts val="5400"/>
              </a:lnSpc>
            </a:pPr>
            <a:r>
              <a:rPr altLang="en-US" b="1" sz="4000" lang="en-US">
                <a:solidFill>
                  <a:srgbClr val="FF0066"/>
                </a:solidFill>
                <a:latin typeface="Arial MT Pro Bold"/>
                <a:ea typeface="Arial MT Pro Bold"/>
                <a:cs typeface="Arial MT Pro Bold"/>
                <a:sym typeface="Arial MT Pro Bold"/>
              </a:rPr>
              <a:t>C</a:t>
            </a:r>
            <a:r>
              <a:rPr altLang="en-US" b="1" sz="4000" lang="en-US">
                <a:solidFill>
                  <a:srgbClr val="FF0066"/>
                </a:solidFill>
                <a:latin typeface="Arial MT Pro Bold"/>
                <a:ea typeface="Arial MT Pro Bold"/>
                <a:cs typeface="Arial MT Pro Bold"/>
                <a:sym typeface="Arial MT Pro Bold"/>
              </a:rPr>
              <a:t>O</a:t>
            </a:r>
            <a:r>
              <a:rPr altLang="en-US" b="1" sz="4000" lang="en-US">
                <a:solidFill>
                  <a:srgbClr val="FF0066"/>
                </a:solidFill>
                <a:latin typeface="Arial MT Pro Bold"/>
                <a:ea typeface="Arial MT Pro Bold"/>
                <a:cs typeface="Arial MT Pro Bold"/>
                <a:sym typeface="Arial MT Pro Bold"/>
              </a:rPr>
              <a:t>D</a:t>
            </a:r>
            <a:r>
              <a:rPr altLang="en-US" b="1" sz="4000" lang="en-US">
                <a:solidFill>
                  <a:srgbClr val="FF0066"/>
                </a:solidFill>
                <a:latin typeface="Arial MT Pro Bold"/>
                <a:ea typeface="Arial MT Pro Bold"/>
                <a:cs typeface="Arial MT Pro Bold"/>
                <a:sym typeface="Arial MT Pro Bold"/>
              </a:rPr>
              <a:t>E</a:t>
            </a:r>
            <a:r>
              <a:rPr altLang="en-US" b="1" sz="4000" lang="en-US">
                <a:solidFill>
                  <a:srgbClr val="FF0066"/>
                </a:solidFill>
                <a:latin typeface="Arial MT Pro Bold"/>
                <a:ea typeface="Arial MT Pro Bold"/>
                <a:cs typeface="Arial MT Pro Bold"/>
                <a:sym typeface="Arial MT Pro Bold"/>
              </a:rPr>
              <a:t>T</a:t>
            </a:r>
            <a:r>
              <a:rPr altLang="en-US" b="1" sz="4000" lang="en-US">
                <a:solidFill>
                  <a:srgbClr val="FF0066"/>
                </a:solidFill>
                <a:latin typeface="Arial MT Pro Bold"/>
                <a:ea typeface="Arial MT Pro Bold"/>
                <a:cs typeface="Arial MT Pro Bold"/>
                <a:sym typeface="Arial MT Pro Bold"/>
              </a:rPr>
              <a:t>A</a:t>
            </a:r>
            <a:r>
              <a:rPr altLang="en-US" b="1" sz="4000" lang="en-US">
                <a:solidFill>
                  <a:srgbClr val="FF0066"/>
                </a:solidFill>
                <a:latin typeface="Arial MT Pro Bold"/>
                <a:ea typeface="Arial MT Pro Bold"/>
                <a:cs typeface="Arial MT Pro Bold"/>
                <a:sym typeface="Arial MT Pro Bold"/>
              </a:rPr>
              <a:t>N</a:t>
            </a:r>
            <a:r>
              <a:rPr altLang="en-US" b="1" sz="4000" lang="en-US">
                <a:solidFill>
                  <a:srgbClr val="FF0066"/>
                </a:solidFill>
                <a:latin typeface="Arial MT Pro Bold"/>
                <a:ea typeface="Arial MT Pro Bold"/>
                <a:cs typeface="Arial MT Pro Bold"/>
                <a:sym typeface="Arial MT Pro Bold"/>
              </a:rPr>
              <a:t>T</a:t>
            </a:r>
            <a:r>
              <a:rPr altLang="en-US" b="1" sz="4000" lang="en-US">
                <a:solidFill>
                  <a:srgbClr val="FF0066"/>
                </a:solidFill>
                <a:latin typeface="Arial MT Pro Bold"/>
                <a:ea typeface="Arial MT Pro Bold"/>
                <a:cs typeface="Arial MT Pro Bold"/>
                <a:sym typeface="Arial MT Pro Bold"/>
              </a:rPr>
              <a:t>R</a:t>
            </a:r>
            <a:r>
              <a:rPr altLang="en-US" b="1" sz="4000" lang="en-US">
                <a:solidFill>
                  <a:srgbClr val="FF0066"/>
                </a:solidFill>
                <a:latin typeface="Arial MT Pro Bold"/>
                <a:ea typeface="Arial MT Pro Bold"/>
                <a:cs typeface="Arial MT Pro Bold"/>
                <a:sym typeface="Arial MT Pro Bold"/>
              </a:rPr>
              <a:t>A</a:t>
            </a:r>
            <a:r>
              <a:rPr altLang="en-US" b="1" sz="4000" lang="en-US">
                <a:solidFill>
                  <a:srgbClr val="FF0066"/>
                </a:solidFill>
                <a:latin typeface="Arial MT Pro Bold"/>
                <a:ea typeface="Arial MT Pro Bold"/>
                <a:cs typeface="Arial MT Pro Bold"/>
                <a:sym typeface="Arial MT Pro Bold"/>
              </a:rPr>
              <a:t> </a:t>
            </a:r>
            <a:r>
              <a:rPr altLang="en-US" b="1" sz="4000" lang="en-US">
                <a:solidFill>
                  <a:srgbClr val="FF0066"/>
                </a:solidFill>
                <a:latin typeface="Arial MT Pro Bold"/>
                <a:ea typeface="Arial MT Pro Bold"/>
                <a:cs typeface="Arial MT Pro Bold"/>
                <a:sym typeface="Arial MT Pro Bold"/>
              </a:rPr>
              <a:t>IMPLEMENTATION </a:t>
            </a:r>
            <a:endParaRPr altLang="en-US" sz="4400" lang="zh-CN"/>
          </a:p>
          <a:p>
            <a:pPr algn="ctr">
              <a:lnSpc>
                <a:spcPts val="3600"/>
              </a:lnSpc>
            </a:pPr>
            <a:endParaRPr sz="2800"/>
          </a:p>
          <a:p>
            <a:pPr algn="ctr">
              <a:lnSpc>
                <a:spcPts val="3600"/>
              </a:lnSpc>
            </a:pPr>
            <a:endParaRPr altLang="en-US" lang="zh-CN"/>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95" name=""/>
        <p:cNvGrpSpPr/>
        <p:nvPr/>
      </p:nvGrpSpPr>
      <p:grpSpPr>
        <a:xfrm>
          <a:off x="0" y="0"/>
          <a:ext cx="0" cy="0"/>
          <a:chOff x="0" y="0"/>
          <a:chExt cx="0" cy="0"/>
        </a:xfrm>
      </p:grpSpPr>
      <p:pic>
        <p:nvPicPr>
          <p:cNvPr id="2097154" name=""/>
          <p:cNvPicPr>
            <a:picLocks/>
          </p:cNvPicPr>
          <p:nvPr/>
        </p:nvPicPr>
        <p:blipFill>
          <a:blip xmlns:r="http://schemas.openxmlformats.org/officeDocument/2006/relationships" r:embed="rId1"/>
          <a:stretch>
            <a:fillRect/>
          </a:stretch>
        </p:blipFill>
        <p:spPr>
          <a:xfrm rot="0">
            <a:off x="4644075" y="945750"/>
            <a:ext cx="9208811" cy="8719340"/>
          </a:xfrm>
          <a:prstGeom prst="rect"/>
        </p:spPr>
      </p:pic>
      <p:sp>
        <p:nvSpPr>
          <p:cNvPr id="1048741" name="Freeform 6" descr="KRCE Tiruchirappalli : Admission 2024, Courses, Fees, Placement, Cut Off"/>
          <p:cNvSpPr/>
          <p:nvPr/>
        </p:nvSpPr>
        <p:spPr>
          <a:xfrm rot="0" flipH="0" flipV="0">
            <a:off x="15085220" y="500062"/>
            <a:ext cx="1828800" cy="1771650"/>
          </a:xfrm>
          <a:custGeom>
            <a:avLst/>
            <a:ahLst/>
            <a:rect l="l" t="t" r="r" b="b"/>
            <a:pathLst>
              <a:path w="1828800" h="1771650">
                <a:moveTo>
                  <a:pt x="0" y="0"/>
                </a:moveTo>
                <a:lnTo>
                  <a:pt x="1828800" y="0"/>
                </a:lnTo>
                <a:lnTo>
                  <a:pt x="1828800" y="1771650"/>
                </a:lnTo>
                <a:lnTo>
                  <a:pt x="0" y="1771650"/>
                </a:lnTo>
                <a:lnTo>
                  <a:pt x="0" y="0"/>
                </a:lnTo>
                <a:close/>
              </a:path>
            </a:pathLst>
          </a:custGeom>
          <a:blipFill>
            <a:blip xmlns:r="http://schemas.openxmlformats.org/officeDocument/2006/relationships" r:embed="rId2"/>
            <a:stretch>
              <a:fillRect l="0" t="0" r="0" b="0"/>
            </a:stretch>
          </a:blipFill>
        </p:spPr>
      </p:sp>
      <p:sp>
        <p:nvSpPr>
          <p:cNvPr id="1048742" name="Freeform 5"/>
          <p:cNvSpPr/>
          <p:nvPr/>
        </p:nvSpPr>
        <p:spPr>
          <a:xfrm rot="0" flipH="0" flipV="0">
            <a:off x="1247775" y="321469"/>
            <a:ext cx="1600200" cy="1585912"/>
          </a:xfrm>
          <a:custGeom>
            <a:avLst/>
            <a:ahLst/>
            <a:rect l="l" t="t" r="r" b="b"/>
            <a:pathLst>
              <a:path w="1600200" h="1585912">
                <a:moveTo>
                  <a:pt x="0" y="0"/>
                </a:moveTo>
                <a:lnTo>
                  <a:pt x="1600200" y="0"/>
                </a:lnTo>
                <a:lnTo>
                  <a:pt x="1600200" y="1585913"/>
                </a:lnTo>
                <a:lnTo>
                  <a:pt x="0" y="1585913"/>
                </a:lnTo>
                <a:lnTo>
                  <a:pt x="0" y="0"/>
                </a:lnTo>
                <a:close/>
              </a:path>
            </a:pathLst>
          </a:custGeom>
          <a:blipFill>
            <a:blip xmlns:r="http://schemas.openxmlformats.org/officeDocument/2006/relationships" r:embed="rId3"/>
            <a:stretch>
              <a:fillRect l="0" t="0" r="0" b="-115"/>
            </a:stretch>
          </a:blipFill>
        </p:spPr>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96" name=""/>
        <p:cNvGrpSpPr/>
        <p:nvPr/>
      </p:nvGrpSpPr>
      <p:grpSpPr>
        <a:xfrm>
          <a:off x="0" y="0"/>
          <a:ext cx="0" cy="0"/>
          <a:chOff x="0" y="0"/>
          <a:chExt cx="0" cy="0"/>
        </a:xfrm>
      </p:grpSpPr>
      <p:pic>
        <p:nvPicPr>
          <p:cNvPr id="2097155" name=""/>
          <p:cNvPicPr>
            <a:picLocks/>
          </p:cNvPicPr>
          <p:nvPr/>
        </p:nvPicPr>
        <p:blipFill>
          <a:blip xmlns:r="http://schemas.openxmlformats.org/officeDocument/2006/relationships" r:embed="rId1"/>
          <a:stretch>
            <a:fillRect/>
          </a:stretch>
        </p:blipFill>
        <p:spPr>
          <a:xfrm rot="0">
            <a:off x="4680273" y="505909"/>
            <a:ext cx="9194336" cy="9781091"/>
          </a:xfrm>
          <a:prstGeom prst="rect"/>
        </p:spPr>
      </p:pic>
      <p:sp>
        <p:nvSpPr>
          <p:cNvPr id="1048743" name="Freeform 6" descr="KRCE Tiruchirappalli : Admission 2024, Courses, Fees, Placement, Cut Off"/>
          <p:cNvSpPr/>
          <p:nvPr/>
        </p:nvSpPr>
        <p:spPr>
          <a:xfrm rot="0" flipH="0" flipV="0">
            <a:off x="15085220" y="500062"/>
            <a:ext cx="1828800" cy="1771650"/>
          </a:xfrm>
          <a:custGeom>
            <a:avLst/>
            <a:ahLst/>
            <a:rect l="l" t="t" r="r" b="b"/>
            <a:pathLst>
              <a:path w="1828800" h="1771650">
                <a:moveTo>
                  <a:pt x="0" y="0"/>
                </a:moveTo>
                <a:lnTo>
                  <a:pt x="1828800" y="0"/>
                </a:lnTo>
                <a:lnTo>
                  <a:pt x="1828800" y="1771650"/>
                </a:lnTo>
                <a:lnTo>
                  <a:pt x="0" y="1771650"/>
                </a:lnTo>
                <a:lnTo>
                  <a:pt x="0" y="0"/>
                </a:lnTo>
                <a:close/>
              </a:path>
            </a:pathLst>
          </a:custGeom>
          <a:blipFill>
            <a:blip xmlns:r="http://schemas.openxmlformats.org/officeDocument/2006/relationships" r:embed="rId2"/>
            <a:stretch>
              <a:fillRect l="0" t="0" r="0" b="0"/>
            </a:stretch>
          </a:blipFill>
        </p:spPr>
      </p:sp>
      <p:sp>
        <p:nvSpPr>
          <p:cNvPr id="1048744" name="Freeform 5"/>
          <p:cNvSpPr/>
          <p:nvPr/>
        </p:nvSpPr>
        <p:spPr>
          <a:xfrm rot="0" flipH="0" flipV="0">
            <a:off x="1247775" y="321469"/>
            <a:ext cx="1600200" cy="1585912"/>
          </a:xfrm>
          <a:custGeom>
            <a:avLst/>
            <a:ahLst/>
            <a:rect l="l" t="t" r="r" b="b"/>
            <a:pathLst>
              <a:path w="1600200" h="1585912">
                <a:moveTo>
                  <a:pt x="0" y="0"/>
                </a:moveTo>
                <a:lnTo>
                  <a:pt x="1600200" y="0"/>
                </a:lnTo>
                <a:lnTo>
                  <a:pt x="1600200" y="1585913"/>
                </a:lnTo>
                <a:lnTo>
                  <a:pt x="0" y="1585913"/>
                </a:lnTo>
                <a:lnTo>
                  <a:pt x="0" y="0"/>
                </a:lnTo>
                <a:close/>
              </a:path>
            </a:pathLst>
          </a:custGeom>
          <a:blipFill>
            <a:blip xmlns:r="http://schemas.openxmlformats.org/officeDocument/2006/relationships" r:embed="rId3"/>
            <a:stretch>
              <a:fillRect l="0" t="0" r="0" b="-115"/>
            </a:stretch>
          </a:blipFill>
        </p:spPr>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97" name=""/>
        <p:cNvGrpSpPr/>
        <p:nvPr/>
      </p:nvGrpSpPr>
      <p:grpSpPr>
        <a:xfrm>
          <a:off x="0" y="0"/>
          <a:ext cx="0" cy="0"/>
          <a:chOff x="0" y="0"/>
          <a:chExt cx="0" cy="0"/>
        </a:xfrm>
      </p:grpSpPr>
      <p:pic>
        <p:nvPicPr>
          <p:cNvPr id="2097156" name=""/>
          <p:cNvPicPr>
            <a:picLocks/>
          </p:cNvPicPr>
          <p:nvPr/>
        </p:nvPicPr>
        <p:blipFill>
          <a:blip xmlns:r="http://schemas.openxmlformats.org/officeDocument/2006/relationships" r:embed="rId1"/>
          <a:stretch>
            <a:fillRect/>
          </a:stretch>
        </p:blipFill>
        <p:spPr>
          <a:xfrm rot="0">
            <a:off x="4094978" y="603699"/>
            <a:ext cx="9971839" cy="9683301"/>
          </a:xfrm>
          <a:prstGeom prst="rect"/>
        </p:spPr>
      </p:pic>
      <p:sp>
        <p:nvSpPr>
          <p:cNvPr id="1048745" name="Freeform 6" descr="KRCE Tiruchirappalli : Admission 2024, Courses, Fees, Placement, Cut Off"/>
          <p:cNvSpPr/>
          <p:nvPr/>
        </p:nvSpPr>
        <p:spPr>
          <a:xfrm rot="0" flipH="0" flipV="0">
            <a:off x="15085220" y="500062"/>
            <a:ext cx="1828800" cy="1771650"/>
          </a:xfrm>
          <a:custGeom>
            <a:avLst/>
            <a:ahLst/>
            <a:rect l="l" t="t" r="r" b="b"/>
            <a:pathLst>
              <a:path w="1828800" h="1771650">
                <a:moveTo>
                  <a:pt x="0" y="0"/>
                </a:moveTo>
                <a:lnTo>
                  <a:pt x="1828800" y="0"/>
                </a:lnTo>
                <a:lnTo>
                  <a:pt x="1828800" y="1771650"/>
                </a:lnTo>
                <a:lnTo>
                  <a:pt x="0" y="1771650"/>
                </a:lnTo>
                <a:lnTo>
                  <a:pt x="0" y="0"/>
                </a:lnTo>
                <a:close/>
              </a:path>
            </a:pathLst>
          </a:custGeom>
          <a:blipFill>
            <a:blip xmlns:r="http://schemas.openxmlformats.org/officeDocument/2006/relationships" r:embed="rId2"/>
            <a:stretch>
              <a:fillRect l="0" t="0" r="0" b="0"/>
            </a:stretch>
          </a:blipFill>
        </p:spPr>
      </p:sp>
      <p:sp>
        <p:nvSpPr>
          <p:cNvPr id="1048746" name="Freeform 5"/>
          <p:cNvSpPr/>
          <p:nvPr/>
        </p:nvSpPr>
        <p:spPr>
          <a:xfrm rot="0" flipH="0" flipV="0">
            <a:off x="1247775" y="321469"/>
            <a:ext cx="1600200" cy="1585912"/>
          </a:xfrm>
          <a:custGeom>
            <a:avLst/>
            <a:ahLst/>
            <a:rect l="l" t="t" r="r" b="b"/>
            <a:pathLst>
              <a:path w="1600200" h="1585912">
                <a:moveTo>
                  <a:pt x="0" y="0"/>
                </a:moveTo>
                <a:lnTo>
                  <a:pt x="1600200" y="0"/>
                </a:lnTo>
                <a:lnTo>
                  <a:pt x="1600200" y="1585913"/>
                </a:lnTo>
                <a:lnTo>
                  <a:pt x="0" y="1585913"/>
                </a:lnTo>
                <a:lnTo>
                  <a:pt x="0" y="0"/>
                </a:lnTo>
                <a:close/>
              </a:path>
            </a:pathLst>
          </a:custGeom>
          <a:blipFill>
            <a:blip xmlns:r="http://schemas.openxmlformats.org/officeDocument/2006/relationships" r:embed="rId3"/>
            <a:stretch>
              <a:fillRect l="0" t="0" r="0" b="-115"/>
            </a:stretch>
          </a:blipFill>
        </p:spPr>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98" name=""/>
        <p:cNvGrpSpPr/>
        <p:nvPr/>
      </p:nvGrpSpPr>
      <p:grpSpPr>
        <a:xfrm>
          <a:off x="0" y="0"/>
          <a:ext cx="0" cy="0"/>
          <a:chOff x="0" y="0"/>
          <a:chExt cx="0" cy="0"/>
        </a:xfrm>
      </p:grpSpPr>
      <p:pic>
        <p:nvPicPr>
          <p:cNvPr id="2097157" name=""/>
          <p:cNvPicPr>
            <a:picLocks/>
          </p:cNvPicPr>
          <p:nvPr/>
        </p:nvPicPr>
        <p:blipFill>
          <a:blip xmlns:r="http://schemas.openxmlformats.org/officeDocument/2006/relationships" r:embed="rId1"/>
          <a:stretch>
            <a:fillRect/>
          </a:stretch>
        </p:blipFill>
        <p:spPr>
          <a:xfrm rot="0">
            <a:off x="4267347" y="460354"/>
            <a:ext cx="9986435" cy="9366290"/>
          </a:xfrm>
          <a:prstGeom prst="rect"/>
        </p:spPr>
      </p:pic>
      <p:sp>
        <p:nvSpPr>
          <p:cNvPr id="1048747" name="Freeform 6" descr="KRCE Tiruchirappalli : Admission 2024, Courses, Fees, Placement, Cut Off"/>
          <p:cNvSpPr/>
          <p:nvPr/>
        </p:nvSpPr>
        <p:spPr>
          <a:xfrm rot="0" flipH="0" flipV="0">
            <a:off x="15085220" y="500062"/>
            <a:ext cx="1828800" cy="1771650"/>
          </a:xfrm>
          <a:custGeom>
            <a:avLst/>
            <a:ahLst/>
            <a:rect l="l" t="t" r="r" b="b"/>
            <a:pathLst>
              <a:path w="1828800" h="1771650">
                <a:moveTo>
                  <a:pt x="0" y="0"/>
                </a:moveTo>
                <a:lnTo>
                  <a:pt x="1828800" y="0"/>
                </a:lnTo>
                <a:lnTo>
                  <a:pt x="1828800" y="1771650"/>
                </a:lnTo>
                <a:lnTo>
                  <a:pt x="0" y="1771650"/>
                </a:lnTo>
                <a:lnTo>
                  <a:pt x="0" y="0"/>
                </a:lnTo>
                <a:close/>
              </a:path>
            </a:pathLst>
          </a:custGeom>
          <a:blipFill>
            <a:blip xmlns:r="http://schemas.openxmlformats.org/officeDocument/2006/relationships" r:embed="rId2"/>
            <a:stretch>
              <a:fillRect l="0" t="0" r="0" b="0"/>
            </a:stretch>
          </a:blipFill>
        </p:spPr>
      </p:sp>
      <p:sp>
        <p:nvSpPr>
          <p:cNvPr id="1048748" name="Freeform 5"/>
          <p:cNvSpPr/>
          <p:nvPr/>
        </p:nvSpPr>
        <p:spPr>
          <a:xfrm rot="0" flipH="0" flipV="0">
            <a:off x="1247775" y="321469"/>
            <a:ext cx="1600200" cy="1585912"/>
          </a:xfrm>
          <a:custGeom>
            <a:avLst/>
            <a:ahLst/>
            <a:rect l="l" t="t" r="r" b="b"/>
            <a:pathLst>
              <a:path w="1600200" h="1585912">
                <a:moveTo>
                  <a:pt x="0" y="0"/>
                </a:moveTo>
                <a:lnTo>
                  <a:pt x="1600200" y="0"/>
                </a:lnTo>
                <a:lnTo>
                  <a:pt x="1600200" y="1585913"/>
                </a:lnTo>
                <a:lnTo>
                  <a:pt x="0" y="1585913"/>
                </a:lnTo>
                <a:lnTo>
                  <a:pt x="0" y="0"/>
                </a:lnTo>
                <a:close/>
              </a:path>
            </a:pathLst>
          </a:custGeom>
          <a:blipFill>
            <a:blip xmlns:r="http://schemas.openxmlformats.org/officeDocument/2006/relationships" r:embed="rId3"/>
            <a:stretch>
              <a:fillRect l="0" t="0" r="0" b="-115"/>
            </a:stretch>
          </a:blipFill>
        </p:spPr>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99" name=""/>
        <p:cNvGrpSpPr/>
        <p:nvPr/>
      </p:nvGrpSpPr>
      <p:grpSpPr>
        <a:xfrm>
          <a:off x="0" y="0"/>
          <a:ext cx="0" cy="0"/>
          <a:chOff x="0" y="0"/>
          <a:chExt cx="0" cy="0"/>
        </a:xfrm>
      </p:grpSpPr>
      <p:pic>
        <p:nvPicPr>
          <p:cNvPr id="2097158" name=""/>
          <p:cNvPicPr>
            <a:picLocks/>
          </p:cNvPicPr>
          <p:nvPr/>
        </p:nvPicPr>
        <p:blipFill>
          <a:blip xmlns:r="http://schemas.openxmlformats.org/officeDocument/2006/relationships" r:embed="rId1"/>
          <a:stretch>
            <a:fillRect/>
          </a:stretch>
        </p:blipFill>
        <p:spPr>
          <a:xfrm rot="0">
            <a:off x="2487464" y="1702205"/>
            <a:ext cx="12043789" cy="8907696"/>
          </a:xfrm>
          <a:prstGeom prst="rect"/>
        </p:spPr>
      </p:pic>
      <p:sp>
        <p:nvSpPr>
          <p:cNvPr id="1048749" name="Freeform 6" descr="KRCE Tiruchirappalli : Admission 2024, Courses, Fees, Placement, Cut Off"/>
          <p:cNvSpPr/>
          <p:nvPr/>
        </p:nvSpPr>
        <p:spPr>
          <a:xfrm rot="0" flipH="0" flipV="0">
            <a:off x="15085220" y="500062"/>
            <a:ext cx="1828800" cy="1771650"/>
          </a:xfrm>
          <a:custGeom>
            <a:avLst/>
            <a:ahLst/>
            <a:rect l="l" t="t" r="r" b="b"/>
            <a:pathLst>
              <a:path w="1828800" h="1771650">
                <a:moveTo>
                  <a:pt x="0" y="0"/>
                </a:moveTo>
                <a:lnTo>
                  <a:pt x="1828800" y="0"/>
                </a:lnTo>
                <a:lnTo>
                  <a:pt x="1828800" y="1771650"/>
                </a:lnTo>
                <a:lnTo>
                  <a:pt x="0" y="1771650"/>
                </a:lnTo>
                <a:lnTo>
                  <a:pt x="0" y="0"/>
                </a:lnTo>
                <a:close/>
              </a:path>
            </a:pathLst>
          </a:custGeom>
          <a:blipFill>
            <a:blip xmlns:r="http://schemas.openxmlformats.org/officeDocument/2006/relationships" r:embed="rId2"/>
            <a:stretch>
              <a:fillRect l="0" t="0" r="0" b="0"/>
            </a:stretch>
          </a:blipFill>
        </p:spPr>
      </p:sp>
      <p:sp>
        <p:nvSpPr>
          <p:cNvPr id="1048750" name="Freeform 5"/>
          <p:cNvSpPr/>
          <p:nvPr/>
        </p:nvSpPr>
        <p:spPr>
          <a:xfrm rot="0" flipH="0" flipV="0">
            <a:off x="1247775" y="321469"/>
            <a:ext cx="1600200" cy="1585912"/>
          </a:xfrm>
          <a:custGeom>
            <a:avLst/>
            <a:ahLst/>
            <a:rect l="l" t="t" r="r" b="b"/>
            <a:pathLst>
              <a:path w="1600200" h="1585912">
                <a:moveTo>
                  <a:pt x="0" y="0"/>
                </a:moveTo>
                <a:lnTo>
                  <a:pt x="1600200" y="0"/>
                </a:lnTo>
                <a:lnTo>
                  <a:pt x="1600200" y="1585913"/>
                </a:lnTo>
                <a:lnTo>
                  <a:pt x="0" y="1585913"/>
                </a:lnTo>
                <a:lnTo>
                  <a:pt x="0" y="0"/>
                </a:lnTo>
                <a:close/>
              </a:path>
            </a:pathLst>
          </a:custGeom>
          <a:blipFill>
            <a:blip xmlns:r="http://schemas.openxmlformats.org/officeDocument/2006/relationships" r:embed="rId3"/>
            <a:stretch>
              <a:fillRect l="0" t="0" r="0" b="-115"/>
            </a:stretch>
          </a:blipFill>
        </p:spPr>
      </p:sp>
      <p:sp>
        <p:nvSpPr>
          <p:cNvPr id="1048751" name="TextBox 5"/>
          <p:cNvSpPr txBox="1"/>
          <p:nvPr/>
        </p:nvSpPr>
        <p:spPr>
          <a:xfrm rot="0" flipH="0" flipV="0">
            <a:off x="2487464" y="500062"/>
            <a:ext cx="12656344" cy="1881048"/>
          </a:xfrm>
          <a:prstGeom prst="rect"/>
        </p:spPr>
        <p:txBody>
          <a:bodyPr anchor="t" bIns="0" lIns="0" rIns="0" rtlCol="0" tIns="0"/>
          <a:lstStyle>
            <a:defPPr>
              <a:defRPr lang="en-US"/>
            </a:defPPr>
            <a:lvl1pPr algn="l" defTabSz="914400" eaLnBrk="1" hangingPunct="1" latinLnBrk="0" marL="0" rtl="0">
              <a:defRPr sz="1800" kern="1200">
                <a:solidFill>
                  <a:srgbClr val="000000"/>
                </a:solidFill>
                <a:latin typeface="+mn-lt"/>
                <a:ea typeface="+mn-ea"/>
                <a:cs typeface="+mn-cs"/>
              </a:defRPr>
            </a:lvl1pPr>
            <a:lvl2pPr algn="l" defTabSz="914400" eaLnBrk="1" hangingPunct="1" latinLnBrk="0" marL="457200" rtl="0">
              <a:defRPr sz="1800" kern="1200">
                <a:solidFill>
                  <a:srgbClr val="000000"/>
                </a:solidFill>
                <a:latin typeface="+mn-lt"/>
                <a:ea typeface="+mn-ea"/>
                <a:cs typeface="+mn-cs"/>
              </a:defRPr>
            </a:lvl2pPr>
            <a:lvl3pPr algn="l" defTabSz="914400" eaLnBrk="1" hangingPunct="1" latinLnBrk="0" marL="914400" rtl="0">
              <a:defRPr sz="1800" kern="1200">
                <a:solidFill>
                  <a:srgbClr val="000000"/>
                </a:solidFill>
                <a:latin typeface="+mn-lt"/>
                <a:ea typeface="+mn-ea"/>
                <a:cs typeface="+mn-cs"/>
              </a:defRPr>
            </a:lvl3pPr>
            <a:lvl4pPr algn="l" defTabSz="914400" eaLnBrk="1" hangingPunct="1" latinLnBrk="0" marL="1371600" rtl="0">
              <a:defRPr sz="1800" kern="1200">
                <a:solidFill>
                  <a:srgbClr val="000000"/>
                </a:solidFill>
                <a:latin typeface="+mn-lt"/>
                <a:ea typeface="+mn-ea"/>
                <a:cs typeface="+mn-cs"/>
              </a:defRPr>
            </a:lvl4pPr>
            <a:lvl5pPr algn="l" defTabSz="914400" eaLnBrk="1" hangingPunct="1" latinLnBrk="0" marL="1828800" rtl="0">
              <a:defRPr sz="1800" kern="1200">
                <a:solidFill>
                  <a:srgbClr val="000000"/>
                </a:solidFill>
                <a:latin typeface="+mn-lt"/>
                <a:ea typeface="+mn-ea"/>
                <a:cs typeface="+mn-cs"/>
              </a:defRPr>
            </a:lvl5pPr>
            <a:lvl6pPr algn="l" defTabSz="914400" eaLnBrk="1" hangingPunct="1" latinLnBrk="0" marL="2286000" rtl="0">
              <a:defRPr sz="1800" kern="1200">
                <a:solidFill>
                  <a:srgbClr val="000000"/>
                </a:solidFill>
                <a:latin typeface="+mn-lt"/>
                <a:ea typeface="+mn-ea"/>
                <a:cs typeface="+mn-cs"/>
              </a:defRPr>
            </a:lvl6pPr>
            <a:lvl7pPr algn="l" defTabSz="914400" eaLnBrk="1" hangingPunct="1" latinLnBrk="0" marL="2743200" rtl="0">
              <a:defRPr sz="1800" kern="1200">
                <a:solidFill>
                  <a:srgbClr val="000000"/>
                </a:solidFill>
                <a:latin typeface="+mn-lt"/>
                <a:ea typeface="+mn-ea"/>
                <a:cs typeface="+mn-cs"/>
              </a:defRPr>
            </a:lvl7pPr>
            <a:lvl8pPr algn="l" defTabSz="914400" eaLnBrk="1" hangingPunct="1" latinLnBrk="0" marL="3200400" rtl="0">
              <a:defRPr sz="1800" kern="1200">
                <a:solidFill>
                  <a:srgbClr val="000000"/>
                </a:solidFill>
                <a:latin typeface="+mn-lt"/>
                <a:ea typeface="+mn-ea"/>
                <a:cs typeface="+mn-cs"/>
              </a:defRPr>
            </a:lvl8pPr>
            <a:lvl9pPr algn="l" defTabSz="914400" eaLnBrk="1" hangingPunct="1" latinLnBrk="0" marL="3657600" rtl="0">
              <a:defRPr sz="1800" kern="1200">
                <a:solidFill>
                  <a:srgbClr val="000000"/>
                </a:solidFill>
                <a:latin typeface="+mn-lt"/>
                <a:ea typeface="+mn-ea"/>
                <a:cs typeface="+mn-cs"/>
              </a:defRPr>
            </a:lvl9pPr>
          </a:lstStyle>
          <a:p>
            <a:pPr algn="ctr">
              <a:lnSpc>
                <a:spcPts val="5400"/>
              </a:lnSpc>
            </a:pPr>
            <a:r>
              <a:rPr altLang="en-US" b="1" sz="4400" lang="en-US">
                <a:solidFill>
                  <a:srgbClr val="FF0066"/>
                </a:solidFill>
                <a:latin typeface="Arial MT Pro Bold"/>
                <a:ea typeface="Arial MT Pro Bold"/>
                <a:cs typeface="Arial MT Pro Bold"/>
                <a:sym typeface="Arial MT Pro Bold"/>
              </a:rPr>
              <a:t>O</a:t>
            </a:r>
            <a:r>
              <a:rPr altLang="en-US" b="1" sz="4400" lang="en-US">
                <a:solidFill>
                  <a:srgbClr val="FF0066"/>
                </a:solidFill>
                <a:latin typeface="Arial MT Pro Bold"/>
                <a:ea typeface="Arial MT Pro Bold"/>
                <a:cs typeface="Arial MT Pro Bold"/>
                <a:sym typeface="Arial MT Pro Bold"/>
              </a:rPr>
              <a:t>U</a:t>
            </a:r>
            <a:r>
              <a:rPr altLang="en-US" b="1" sz="4400" lang="en-US">
                <a:solidFill>
                  <a:srgbClr val="FF0066"/>
                </a:solidFill>
                <a:latin typeface="Arial MT Pro Bold"/>
                <a:ea typeface="Arial MT Pro Bold"/>
                <a:cs typeface="Arial MT Pro Bold"/>
                <a:sym typeface="Arial MT Pro Bold"/>
              </a:rPr>
              <a:t>T</a:t>
            </a:r>
            <a:r>
              <a:rPr altLang="en-US" b="1" sz="4400" lang="en-US">
                <a:solidFill>
                  <a:srgbClr val="FF0066"/>
                </a:solidFill>
                <a:latin typeface="Arial MT Pro Bold"/>
                <a:ea typeface="Arial MT Pro Bold"/>
                <a:cs typeface="Arial MT Pro Bold"/>
                <a:sym typeface="Arial MT Pro Bold"/>
              </a:rPr>
              <a:t>P</a:t>
            </a:r>
            <a:r>
              <a:rPr altLang="en-US" b="1" sz="4400" lang="en-US">
                <a:solidFill>
                  <a:srgbClr val="FF0066"/>
                </a:solidFill>
                <a:latin typeface="Arial MT Pro Bold"/>
                <a:ea typeface="Arial MT Pro Bold"/>
                <a:cs typeface="Arial MT Pro Bold"/>
                <a:sym typeface="Arial MT Pro Bold"/>
              </a:rPr>
              <a:t>UT </a:t>
            </a:r>
            <a:endParaRPr altLang="en-US" sz="4400" lang="zh-CN"/>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00" name=""/>
        <p:cNvGrpSpPr/>
        <p:nvPr/>
      </p:nvGrpSpPr>
      <p:grpSpPr>
        <a:xfrm>
          <a:off x="0" y="0"/>
          <a:ext cx="0" cy="0"/>
          <a:chOff x="0" y="0"/>
          <a:chExt cx="0" cy="0"/>
        </a:xfrm>
      </p:grpSpPr>
      <p:pic>
        <p:nvPicPr>
          <p:cNvPr id="2097159" name=""/>
          <p:cNvPicPr>
            <a:picLocks/>
          </p:cNvPicPr>
          <p:nvPr/>
        </p:nvPicPr>
        <p:blipFill>
          <a:blip xmlns:r="http://schemas.openxmlformats.org/officeDocument/2006/relationships" r:embed="rId1"/>
          <a:stretch>
            <a:fillRect/>
          </a:stretch>
        </p:blipFill>
        <p:spPr>
          <a:xfrm rot="0">
            <a:off x="3041347" y="1114425"/>
            <a:ext cx="12079101" cy="8984287"/>
          </a:xfrm>
          <a:prstGeom prst="rect"/>
        </p:spPr>
      </p:pic>
      <p:sp>
        <p:nvSpPr>
          <p:cNvPr id="1048752" name="Freeform 6" descr="KRCE Tiruchirappalli : Admission 2024, Courses, Fees, Placement, Cut Off"/>
          <p:cNvSpPr/>
          <p:nvPr/>
        </p:nvSpPr>
        <p:spPr>
          <a:xfrm rot="0" flipH="0" flipV="0">
            <a:off x="15085220" y="500062"/>
            <a:ext cx="1828800" cy="1771650"/>
          </a:xfrm>
          <a:custGeom>
            <a:avLst/>
            <a:ahLst/>
            <a:rect l="l" t="t" r="r" b="b"/>
            <a:pathLst>
              <a:path w="1828800" h="1771650">
                <a:moveTo>
                  <a:pt x="0" y="0"/>
                </a:moveTo>
                <a:lnTo>
                  <a:pt x="1828800" y="0"/>
                </a:lnTo>
                <a:lnTo>
                  <a:pt x="1828800" y="1771650"/>
                </a:lnTo>
                <a:lnTo>
                  <a:pt x="0" y="1771650"/>
                </a:lnTo>
                <a:lnTo>
                  <a:pt x="0" y="0"/>
                </a:lnTo>
                <a:close/>
              </a:path>
            </a:pathLst>
          </a:custGeom>
          <a:blipFill>
            <a:blip xmlns:r="http://schemas.openxmlformats.org/officeDocument/2006/relationships" r:embed="rId2"/>
            <a:stretch>
              <a:fillRect l="0" t="0" r="0" b="0"/>
            </a:stretch>
          </a:blipFill>
        </p:spPr>
      </p:sp>
      <p:sp>
        <p:nvSpPr>
          <p:cNvPr id="1048753" name="Freeform 5"/>
          <p:cNvSpPr/>
          <p:nvPr/>
        </p:nvSpPr>
        <p:spPr>
          <a:xfrm rot="0" flipH="0" flipV="0">
            <a:off x="1247775" y="321469"/>
            <a:ext cx="1600200" cy="1585912"/>
          </a:xfrm>
          <a:custGeom>
            <a:avLst/>
            <a:ahLst/>
            <a:rect l="l" t="t" r="r" b="b"/>
            <a:pathLst>
              <a:path w="1600200" h="1585912">
                <a:moveTo>
                  <a:pt x="0" y="0"/>
                </a:moveTo>
                <a:lnTo>
                  <a:pt x="1600200" y="0"/>
                </a:lnTo>
                <a:lnTo>
                  <a:pt x="1600200" y="1585913"/>
                </a:lnTo>
                <a:lnTo>
                  <a:pt x="0" y="1585913"/>
                </a:lnTo>
                <a:lnTo>
                  <a:pt x="0" y="0"/>
                </a:lnTo>
                <a:close/>
              </a:path>
            </a:pathLst>
          </a:custGeom>
          <a:blipFill>
            <a:blip xmlns:r="http://schemas.openxmlformats.org/officeDocument/2006/relationships" r:embed="rId3"/>
            <a:stretch>
              <a:fillRect l="0" t="0" r="0" b="-115"/>
            </a:stretch>
          </a:blipFill>
        </p:spPr>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01" name=""/>
        <p:cNvGrpSpPr/>
        <p:nvPr/>
      </p:nvGrpSpPr>
      <p:grpSpPr>
        <a:xfrm>
          <a:off x="0" y="0"/>
          <a:ext cx="0" cy="0"/>
          <a:chOff x="0" y="0"/>
          <a:chExt cx="0" cy="0"/>
        </a:xfrm>
      </p:grpSpPr>
      <p:pic>
        <p:nvPicPr>
          <p:cNvPr id="2097160" name=""/>
          <p:cNvPicPr>
            <a:picLocks/>
          </p:cNvPicPr>
          <p:nvPr/>
        </p:nvPicPr>
        <p:blipFill>
          <a:blip xmlns:r="http://schemas.openxmlformats.org/officeDocument/2006/relationships" r:embed="rId1"/>
          <a:stretch>
            <a:fillRect/>
          </a:stretch>
        </p:blipFill>
        <p:spPr>
          <a:xfrm rot="0">
            <a:off x="3361800" y="792958"/>
            <a:ext cx="11551662" cy="8608074"/>
          </a:xfrm>
          <a:prstGeom prst="rect"/>
        </p:spPr>
      </p:pic>
      <p:sp>
        <p:nvSpPr>
          <p:cNvPr id="1048754" name="Freeform 6" descr="KRCE Tiruchirappalli : Admission 2024, Courses, Fees, Placement, Cut Off"/>
          <p:cNvSpPr/>
          <p:nvPr/>
        </p:nvSpPr>
        <p:spPr>
          <a:xfrm rot="0" flipH="0" flipV="0">
            <a:off x="15085220" y="500062"/>
            <a:ext cx="1828800" cy="1771650"/>
          </a:xfrm>
          <a:custGeom>
            <a:avLst/>
            <a:ahLst/>
            <a:rect l="l" t="t" r="r" b="b"/>
            <a:pathLst>
              <a:path w="1828800" h="1771650">
                <a:moveTo>
                  <a:pt x="0" y="0"/>
                </a:moveTo>
                <a:lnTo>
                  <a:pt x="1828800" y="0"/>
                </a:lnTo>
                <a:lnTo>
                  <a:pt x="1828800" y="1771650"/>
                </a:lnTo>
                <a:lnTo>
                  <a:pt x="0" y="1771650"/>
                </a:lnTo>
                <a:lnTo>
                  <a:pt x="0" y="0"/>
                </a:lnTo>
                <a:close/>
              </a:path>
            </a:pathLst>
          </a:custGeom>
          <a:blipFill>
            <a:blip xmlns:r="http://schemas.openxmlformats.org/officeDocument/2006/relationships" r:embed="rId2"/>
            <a:stretch>
              <a:fillRect l="0" t="0" r="0" b="0"/>
            </a:stretch>
          </a:blipFill>
        </p:spPr>
      </p:sp>
      <p:sp>
        <p:nvSpPr>
          <p:cNvPr id="1048755" name="Freeform 5"/>
          <p:cNvSpPr/>
          <p:nvPr/>
        </p:nvSpPr>
        <p:spPr>
          <a:xfrm rot="0" flipH="0" flipV="0">
            <a:off x="1247775" y="321469"/>
            <a:ext cx="1600200" cy="1585912"/>
          </a:xfrm>
          <a:custGeom>
            <a:avLst/>
            <a:ahLst/>
            <a:rect l="l" t="t" r="r" b="b"/>
            <a:pathLst>
              <a:path w="1600200" h="1585912">
                <a:moveTo>
                  <a:pt x="0" y="0"/>
                </a:moveTo>
                <a:lnTo>
                  <a:pt x="1600200" y="0"/>
                </a:lnTo>
                <a:lnTo>
                  <a:pt x="1600200" y="1585913"/>
                </a:lnTo>
                <a:lnTo>
                  <a:pt x="0" y="1585913"/>
                </a:lnTo>
                <a:lnTo>
                  <a:pt x="0" y="0"/>
                </a:lnTo>
                <a:close/>
              </a:path>
            </a:pathLst>
          </a:custGeom>
          <a:blipFill>
            <a:blip xmlns:r="http://schemas.openxmlformats.org/officeDocument/2006/relationships" r:embed="rId3"/>
            <a:stretch>
              <a:fillRect l="0" t="0" r="0" b="-115"/>
            </a:stretch>
          </a:blipFill>
        </p:spPr>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02" name=""/>
        <p:cNvGrpSpPr/>
        <p:nvPr/>
      </p:nvGrpSpPr>
      <p:grpSpPr>
        <a:xfrm>
          <a:off x="0" y="0"/>
          <a:ext cx="0" cy="0"/>
          <a:chOff x="0" y="0"/>
          <a:chExt cx="0" cy="0"/>
        </a:xfrm>
      </p:grpSpPr>
      <p:sp>
        <p:nvSpPr>
          <p:cNvPr id="1048756" name=""/>
          <p:cNvSpPr txBox="1"/>
          <p:nvPr/>
        </p:nvSpPr>
        <p:spPr>
          <a:xfrm>
            <a:off x="4695797" y="4240530"/>
            <a:ext cx="11175321" cy="1805940"/>
          </a:xfrm>
          <a:prstGeom prst="rect"/>
        </p:spPr>
        <p:txBody>
          <a:bodyPr rtlCol="0" wrap="square">
            <a:spAutoFit/>
          </a:bodyPr>
          <a:p>
            <a:r>
              <a:rPr sz="11500" lang="en-US">
                <a:solidFill>
                  <a:srgbClr val="330066"/>
                </a:solidFill>
              </a:rPr>
              <a:t>T</a:t>
            </a:r>
            <a:r>
              <a:rPr sz="11500" lang="en-US">
                <a:solidFill>
                  <a:srgbClr val="330066"/>
                </a:solidFill>
              </a:rPr>
              <a:t>H</a:t>
            </a:r>
            <a:r>
              <a:rPr sz="11500" lang="en-US">
                <a:solidFill>
                  <a:srgbClr val="330066"/>
                </a:solidFill>
              </a:rPr>
              <a:t>A</a:t>
            </a:r>
            <a:r>
              <a:rPr sz="11500" lang="en-US">
                <a:solidFill>
                  <a:srgbClr val="330066"/>
                </a:solidFill>
              </a:rPr>
              <a:t>N</a:t>
            </a:r>
            <a:r>
              <a:rPr sz="11500" lang="en-US">
                <a:solidFill>
                  <a:srgbClr val="330066"/>
                </a:solidFill>
              </a:rPr>
              <a:t>K</a:t>
            </a:r>
            <a:r>
              <a:rPr sz="11500" lang="en-US">
                <a:solidFill>
                  <a:srgbClr val="330066"/>
                </a:solidFill>
              </a:rPr>
              <a:t> </a:t>
            </a:r>
            <a:r>
              <a:rPr sz="11500" lang="en-US">
                <a:solidFill>
                  <a:srgbClr val="330066"/>
                </a:solidFill>
              </a:rPr>
              <a:t>Y</a:t>
            </a:r>
            <a:r>
              <a:rPr sz="11500" lang="en-US">
                <a:solidFill>
                  <a:srgbClr val="330066"/>
                </a:solidFill>
              </a:rPr>
              <a:t>O</a:t>
            </a:r>
            <a:r>
              <a:rPr sz="11500" lang="en-US">
                <a:solidFill>
                  <a:srgbClr val="330066"/>
                </a:solidFill>
              </a:rPr>
              <a:t>U</a:t>
            </a:r>
            <a:endParaRPr sz="2800" lang="en-US">
              <a:solidFill>
                <a:srgbClr val="330066"/>
              </a:solidFill>
            </a:endParaRPr>
          </a:p>
        </p:txBody>
      </p:sp>
    </p:spTree>
  </p:cSld>
  <p:clrMapOvr>
    <a:masterClrMapping/>
  </p:clrMapOvr>
</p:sld>
</file>

<file path=ppt/theme/theme1.xml><?xml version="1.0" encoding="utf-8"?>
<a:theme xmlns:a="http://schemas.openxmlformats.org/drawingml/2006/main" name="Office Theme">
  <a:themeElements>
    <a:clrScheme name="Office">
      <a:dk1>
        <a:sysClr lastClr="000000" val="windowText"/>
      </a:dk1>
      <a:lt1>
        <a:sysClr lastClr="FFFFFF" val="window"/>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r="5400000" dist="20000" rotWithShape="0">
              <a:srgbClr val="000000">
                <a:alpha val="38000"/>
              </a:srgbClr>
            </a:outerShdw>
          </a:effectLst>
        </a:effectStyle>
        <a:effectStyle>
          <a:effectLst>
            <a:outerShdw blurRad="40000" dir="5400000" dist="23000" rotWithShape="0">
              <a:srgbClr val="000000">
                <a:alpha val="35000"/>
              </a:srgbClr>
            </a:outerShdw>
          </a:effectLst>
        </a:effectStyle>
        <a:effectStyle>
          <a:effectLst>
            <a:outerShdw blurRad="40000" dir="5400000" dist="23000" rotWithShape="0">
              <a:srgbClr val="000000">
                <a:alpha val="35000"/>
              </a:srgbClr>
            </a:outerShdw>
          </a:effectLst>
          <a:scene3d>
            <a:camera prst="orthographicFront">
              <a:rot lat="0" lon="0" rev="0"/>
            </a:camera>
            <a:lightRig dir="t" rig="threeP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name="Office Theme">
  <a:themeElements>
    <a:clrScheme name="Office">
      <a:dk1>
        <a:sysClr lastClr="000000" val="windowText"/>
      </a:dk1>
      <a:lt1>
        <a:sysClr lastClr="FFFFFF" val="window"/>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r="5400000" dist="20000" rotWithShape="0">
              <a:srgbClr val="000000">
                <a:alpha val="38000"/>
              </a:srgbClr>
            </a:outerShdw>
          </a:effectLst>
        </a:effectStyle>
        <a:effectStyle>
          <a:effectLst>
            <a:outerShdw blurRad="40000" dir="5400000" dist="23000" rotWithShape="0">
              <a:srgbClr val="000000">
                <a:alpha val="35000"/>
              </a:srgbClr>
            </a:outerShdw>
          </a:effectLst>
        </a:effectStyle>
        <a:effectStyle>
          <a:effectLst>
            <a:outerShdw blurRad="40000" dir="5400000" dist="23000" rotWithShape="0">
              <a:srgbClr val="000000">
                <a:alpha val="35000"/>
              </a:srgbClr>
            </a:outerShdw>
          </a:effectLst>
          <a:scene3d>
            <a:camera prst="orthographicFront">
              <a:rot lat="0" lon="0" rev="0"/>
            </a:camera>
            <a:lightRig dir="t" rig="threeP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Properties xmlns="http://schemas.openxmlformats.org/officeDocument/2006/extended-properties">
  <Application>Microsoft Office PowerPoint</Application>
  <ScaleCrop>0</ScaleCrop>
  <LinksUpToDate>0</LinksUpToDate>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itle>CSA2345 KEERTHI ESWAR V</dc:title>
  <dc:creator>V2431</dc:creator>
  <dcterms:created xsi:type="dcterms:W3CDTF">2006-08-06T20:00:00Z</dcterms:created>
  <dcterms:modified xsi:type="dcterms:W3CDTF">2026-04-20T02:21:29Z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0222ded710f744cb834d783c686e83e5</vt:lpwstr>
  </property>
</Properties>
</file>